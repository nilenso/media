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355600" rtl="0" fontAlgn="auto" latinLnBrk="0" hangingPunct="0">
      <a:lnSpc>
        <a:spcPct val="100000"/>
      </a:lnSpc>
      <a:spcBef>
        <a:spcPts val="4600"/>
      </a:spcBef>
      <a:spcAft>
        <a:spcPts val="0"/>
      </a:spcAft>
      <a:buClrTx/>
      <a:buSzTx/>
      <a:buFontTx/>
      <a:buNone/>
      <a:tabLst/>
      <a:defRPr b="0" baseline="0" cap="none" i="0" spc="0" strike="noStrike" sz="3800" u="none" kumimoji="0" normalizeH="0">
        <a:ln>
          <a:noFill/>
        </a:ln>
        <a:solidFill>
          <a:schemeClr val="accent1">
            <a:satOff val="-9155"/>
            <a:lumOff val="-32673"/>
          </a:schemeClr>
        </a:solidFill>
        <a:effectLst/>
        <a:uFillTx/>
        <a:latin typeface="Graphik Light"/>
        <a:ea typeface="Graphik Light"/>
        <a:cs typeface="Graphik Light"/>
        <a:sym typeface="Graphik Light"/>
      </a:defRPr>
    </a:lvl1pPr>
    <a:lvl2pPr marL="0" marR="0" indent="317500" algn="l" defTabSz="355600" rtl="0" fontAlgn="auto" latinLnBrk="0" hangingPunct="0">
      <a:lnSpc>
        <a:spcPct val="100000"/>
      </a:lnSpc>
      <a:spcBef>
        <a:spcPts val="4600"/>
      </a:spcBef>
      <a:spcAft>
        <a:spcPts val="0"/>
      </a:spcAft>
      <a:buClrTx/>
      <a:buSzTx/>
      <a:buFontTx/>
      <a:buNone/>
      <a:tabLst/>
      <a:defRPr b="0" baseline="0" cap="none" i="0" spc="0" strike="noStrike" sz="3800" u="none" kumimoji="0" normalizeH="0">
        <a:ln>
          <a:noFill/>
        </a:ln>
        <a:solidFill>
          <a:schemeClr val="accent1">
            <a:satOff val="-9155"/>
            <a:lumOff val="-32673"/>
          </a:schemeClr>
        </a:solidFill>
        <a:effectLst/>
        <a:uFillTx/>
        <a:latin typeface="Graphik Light"/>
        <a:ea typeface="Graphik Light"/>
        <a:cs typeface="Graphik Light"/>
        <a:sym typeface="Graphik Light"/>
      </a:defRPr>
    </a:lvl2pPr>
    <a:lvl3pPr marL="0" marR="0" indent="635000" algn="l" defTabSz="355600" rtl="0" fontAlgn="auto" latinLnBrk="0" hangingPunct="0">
      <a:lnSpc>
        <a:spcPct val="100000"/>
      </a:lnSpc>
      <a:spcBef>
        <a:spcPts val="4600"/>
      </a:spcBef>
      <a:spcAft>
        <a:spcPts val="0"/>
      </a:spcAft>
      <a:buClrTx/>
      <a:buSzTx/>
      <a:buFontTx/>
      <a:buNone/>
      <a:tabLst/>
      <a:defRPr b="0" baseline="0" cap="none" i="0" spc="0" strike="noStrike" sz="3800" u="none" kumimoji="0" normalizeH="0">
        <a:ln>
          <a:noFill/>
        </a:ln>
        <a:solidFill>
          <a:schemeClr val="accent1">
            <a:satOff val="-9155"/>
            <a:lumOff val="-32673"/>
          </a:schemeClr>
        </a:solidFill>
        <a:effectLst/>
        <a:uFillTx/>
        <a:latin typeface="Graphik Light"/>
        <a:ea typeface="Graphik Light"/>
        <a:cs typeface="Graphik Light"/>
        <a:sym typeface="Graphik Light"/>
      </a:defRPr>
    </a:lvl3pPr>
    <a:lvl4pPr marL="0" marR="0" indent="952500" algn="l" defTabSz="355600" rtl="0" fontAlgn="auto" latinLnBrk="0" hangingPunct="0">
      <a:lnSpc>
        <a:spcPct val="100000"/>
      </a:lnSpc>
      <a:spcBef>
        <a:spcPts val="4600"/>
      </a:spcBef>
      <a:spcAft>
        <a:spcPts val="0"/>
      </a:spcAft>
      <a:buClrTx/>
      <a:buSzTx/>
      <a:buFontTx/>
      <a:buNone/>
      <a:tabLst/>
      <a:defRPr b="0" baseline="0" cap="none" i="0" spc="0" strike="noStrike" sz="3800" u="none" kumimoji="0" normalizeH="0">
        <a:ln>
          <a:noFill/>
        </a:ln>
        <a:solidFill>
          <a:schemeClr val="accent1">
            <a:satOff val="-9155"/>
            <a:lumOff val="-32673"/>
          </a:schemeClr>
        </a:solidFill>
        <a:effectLst/>
        <a:uFillTx/>
        <a:latin typeface="Graphik Light"/>
        <a:ea typeface="Graphik Light"/>
        <a:cs typeface="Graphik Light"/>
        <a:sym typeface="Graphik Light"/>
      </a:defRPr>
    </a:lvl4pPr>
    <a:lvl5pPr marL="0" marR="0" indent="1270000" algn="l" defTabSz="355600" rtl="0" fontAlgn="auto" latinLnBrk="0" hangingPunct="0">
      <a:lnSpc>
        <a:spcPct val="100000"/>
      </a:lnSpc>
      <a:spcBef>
        <a:spcPts val="4600"/>
      </a:spcBef>
      <a:spcAft>
        <a:spcPts val="0"/>
      </a:spcAft>
      <a:buClrTx/>
      <a:buSzTx/>
      <a:buFontTx/>
      <a:buNone/>
      <a:tabLst/>
      <a:defRPr b="0" baseline="0" cap="none" i="0" spc="0" strike="noStrike" sz="3800" u="none" kumimoji="0" normalizeH="0">
        <a:ln>
          <a:noFill/>
        </a:ln>
        <a:solidFill>
          <a:schemeClr val="accent1">
            <a:satOff val="-9155"/>
            <a:lumOff val="-32673"/>
          </a:schemeClr>
        </a:solidFill>
        <a:effectLst/>
        <a:uFillTx/>
        <a:latin typeface="Graphik Light"/>
        <a:ea typeface="Graphik Light"/>
        <a:cs typeface="Graphik Light"/>
        <a:sym typeface="Graphik Light"/>
      </a:defRPr>
    </a:lvl5pPr>
    <a:lvl6pPr marL="0" marR="0" indent="1587500" algn="l" defTabSz="355600" rtl="0" fontAlgn="auto" latinLnBrk="0" hangingPunct="0">
      <a:lnSpc>
        <a:spcPct val="100000"/>
      </a:lnSpc>
      <a:spcBef>
        <a:spcPts val="4600"/>
      </a:spcBef>
      <a:spcAft>
        <a:spcPts val="0"/>
      </a:spcAft>
      <a:buClrTx/>
      <a:buSzTx/>
      <a:buFontTx/>
      <a:buNone/>
      <a:tabLst/>
      <a:defRPr b="0" baseline="0" cap="none" i="0" spc="0" strike="noStrike" sz="3800" u="none" kumimoji="0" normalizeH="0">
        <a:ln>
          <a:noFill/>
        </a:ln>
        <a:solidFill>
          <a:schemeClr val="accent1">
            <a:satOff val="-9155"/>
            <a:lumOff val="-32673"/>
          </a:schemeClr>
        </a:solidFill>
        <a:effectLst/>
        <a:uFillTx/>
        <a:latin typeface="Graphik Light"/>
        <a:ea typeface="Graphik Light"/>
        <a:cs typeface="Graphik Light"/>
        <a:sym typeface="Graphik Light"/>
      </a:defRPr>
    </a:lvl6pPr>
    <a:lvl7pPr marL="0" marR="0" indent="1905000" algn="l" defTabSz="355600" rtl="0" fontAlgn="auto" latinLnBrk="0" hangingPunct="0">
      <a:lnSpc>
        <a:spcPct val="100000"/>
      </a:lnSpc>
      <a:spcBef>
        <a:spcPts val="4600"/>
      </a:spcBef>
      <a:spcAft>
        <a:spcPts val="0"/>
      </a:spcAft>
      <a:buClrTx/>
      <a:buSzTx/>
      <a:buFontTx/>
      <a:buNone/>
      <a:tabLst/>
      <a:defRPr b="0" baseline="0" cap="none" i="0" spc="0" strike="noStrike" sz="3800" u="none" kumimoji="0" normalizeH="0">
        <a:ln>
          <a:noFill/>
        </a:ln>
        <a:solidFill>
          <a:schemeClr val="accent1">
            <a:satOff val="-9155"/>
            <a:lumOff val="-32673"/>
          </a:schemeClr>
        </a:solidFill>
        <a:effectLst/>
        <a:uFillTx/>
        <a:latin typeface="Graphik Light"/>
        <a:ea typeface="Graphik Light"/>
        <a:cs typeface="Graphik Light"/>
        <a:sym typeface="Graphik Light"/>
      </a:defRPr>
    </a:lvl7pPr>
    <a:lvl8pPr marL="0" marR="0" indent="2222500" algn="l" defTabSz="355600" rtl="0" fontAlgn="auto" latinLnBrk="0" hangingPunct="0">
      <a:lnSpc>
        <a:spcPct val="100000"/>
      </a:lnSpc>
      <a:spcBef>
        <a:spcPts val="4600"/>
      </a:spcBef>
      <a:spcAft>
        <a:spcPts val="0"/>
      </a:spcAft>
      <a:buClrTx/>
      <a:buSzTx/>
      <a:buFontTx/>
      <a:buNone/>
      <a:tabLst/>
      <a:defRPr b="0" baseline="0" cap="none" i="0" spc="0" strike="noStrike" sz="3800" u="none" kumimoji="0" normalizeH="0">
        <a:ln>
          <a:noFill/>
        </a:ln>
        <a:solidFill>
          <a:schemeClr val="accent1">
            <a:satOff val="-9155"/>
            <a:lumOff val="-32673"/>
          </a:schemeClr>
        </a:solidFill>
        <a:effectLst/>
        <a:uFillTx/>
        <a:latin typeface="Graphik Light"/>
        <a:ea typeface="Graphik Light"/>
        <a:cs typeface="Graphik Light"/>
        <a:sym typeface="Graphik Light"/>
      </a:defRPr>
    </a:lvl8pPr>
    <a:lvl9pPr marL="0" marR="0" indent="2540000" algn="l" defTabSz="355600" rtl="0" fontAlgn="auto" latinLnBrk="0" hangingPunct="0">
      <a:lnSpc>
        <a:spcPct val="100000"/>
      </a:lnSpc>
      <a:spcBef>
        <a:spcPts val="4600"/>
      </a:spcBef>
      <a:spcAft>
        <a:spcPts val="0"/>
      </a:spcAft>
      <a:buClrTx/>
      <a:buSzTx/>
      <a:buFontTx/>
      <a:buNone/>
      <a:tabLst/>
      <a:defRPr b="0" baseline="0" cap="none" i="0" spc="0" strike="noStrike" sz="3800" u="none" kumimoji="0" normalizeH="0">
        <a:ln>
          <a:noFill/>
        </a:ln>
        <a:solidFill>
          <a:schemeClr val="accent1">
            <a:satOff val="-9155"/>
            <a:lumOff val="-32673"/>
          </a:schemeClr>
        </a:solidFill>
        <a:effectLst/>
        <a:uFillTx/>
        <a:latin typeface="Graphik Light"/>
        <a:ea typeface="Graphik Light"/>
        <a:cs typeface="Graphik Light"/>
        <a:sym typeface="Graphik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2">
              <a:hueOff val="-357243"/>
              <a:satOff val="7293"/>
              <a:lumOff val="8906"/>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3">
              <a:satOff val="1412"/>
              <a:lumOff val="16412"/>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chemeClr val="accent3">
                  <a:satOff val="1412"/>
                  <a:lumOff val="16412"/>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6E937E"/>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wholeTbl>
    <a:band2H>
      <a:tcTxStyle b="def" i="def"/>
      <a:tcStyle>
        <a:tcBdr/>
        <a:fill>
          <a:solidFill>
            <a:srgbClr val="FFF171"/>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A51B"/>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E1A84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hueOff val="103425"/>
              <a:satOff val="-7243"/>
              <a:lumOff val="9921"/>
            </a:schemeClr>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chemeClr val="accent5"/>
          </a:solidFill>
        </a:fill>
      </a:tcStyle>
    </a:band2H>
    <a:firstCol>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lumOff val="-14283"/>
            </a:schemeClr>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chemeClr val="accent5">
                  <a:lumOff val="-14283"/>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satOff val="-6299"/>
              <a:lumOff val="-32309"/>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EDEEEE"/>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5D5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86" name="Shape 186"/>
          <p:cNvSpPr/>
          <p:nvPr>
            <p:ph type="sldImg"/>
          </p:nvPr>
        </p:nvSpPr>
        <p:spPr>
          <a:xfrm>
            <a:off x="1143000" y="685800"/>
            <a:ext cx="4572000" cy="3429000"/>
          </a:xfrm>
          <a:prstGeom prst="rect">
            <a:avLst/>
          </a:prstGeom>
        </p:spPr>
        <p:txBody>
          <a:bodyPr/>
          <a:lstStyle/>
          <a:p>
            <a:pPr/>
          </a:p>
        </p:txBody>
      </p:sp>
      <p:sp>
        <p:nvSpPr>
          <p:cNvPr id="187" name="Shape 18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4030265" y="12143289"/>
            <a:ext cx="16323470" cy="642938"/>
          </a:xfrm>
          <a:prstGeom prst="rect">
            <a:avLst/>
          </a:prstGeom>
        </p:spPr>
        <p:txBody>
          <a:bodyPr lIns="71437" tIns="71437" rIns="71437" bIns="71437" anchor="b"/>
          <a:lstStyle>
            <a:lvl1pPr algn="l">
              <a:defRPr sz="3000">
                <a:solidFill>
                  <a:schemeClr val="accent1">
                    <a:satOff val="-9155"/>
                    <a:lumOff val="-32673"/>
                  </a:schemeClr>
                </a:solidFill>
                <a:latin typeface="Produkt Light"/>
                <a:ea typeface="Produkt Light"/>
                <a:cs typeface="Produkt Light"/>
                <a:sym typeface="Produkt Light"/>
              </a:defRPr>
            </a:lvl1pPr>
          </a:lstStyle>
          <a:p>
            <a:pPr/>
            <a:r>
              <a:t>Author and Date</a:t>
            </a:r>
          </a:p>
        </p:txBody>
      </p:sp>
      <p:sp>
        <p:nvSpPr>
          <p:cNvPr id="12" name="Body Level One…"/>
          <p:cNvSpPr txBox="1"/>
          <p:nvPr>
            <p:ph type="body" sz="quarter" idx="1" hasCustomPrompt="1"/>
          </p:nvPr>
        </p:nvSpPr>
        <p:spPr>
          <a:xfrm>
            <a:off x="4030265" y="7175896"/>
            <a:ext cx="16323470" cy="2035970"/>
          </a:xfrm>
          <a:prstGeom prst="rect">
            <a:avLst/>
          </a:prstGeom>
        </p:spPr>
        <p:txBody>
          <a:bodyPr lIns="71437" tIns="71437" rIns="71437" bIns="71437"/>
          <a:lstStyle>
            <a:lvl1pPr algn="l" defTabSz="357187">
              <a:defRPr sz="4400">
                <a:solidFill>
                  <a:schemeClr val="accent1">
                    <a:satOff val="-9155"/>
                    <a:lumOff val="-32673"/>
                  </a:schemeClr>
                </a:solidFill>
                <a:latin typeface="+mn-lt"/>
                <a:ea typeface="+mn-ea"/>
                <a:cs typeface="+mn-cs"/>
                <a:sym typeface="Produkt Extralight"/>
              </a:defRPr>
            </a:lvl1pPr>
            <a:lvl2pPr indent="317500" algn="l" defTabSz="357187">
              <a:defRPr sz="4400">
                <a:solidFill>
                  <a:schemeClr val="accent1">
                    <a:satOff val="-9155"/>
                    <a:lumOff val="-32673"/>
                  </a:schemeClr>
                </a:solidFill>
                <a:latin typeface="+mn-lt"/>
                <a:ea typeface="+mn-ea"/>
                <a:cs typeface="+mn-cs"/>
                <a:sym typeface="Produkt Extralight"/>
              </a:defRPr>
            </a:lvl2pPr>
            <a:lvl3pPr indent="635000" algn="l" defTabSz="357187">
              <a:defRPr sz="4400">
                <a:solidFill>
                  <a:schemeClr val="accent1">
                    <a:satOff val="-9155"/>
                    <a:lumOff val="-32673"/>
                  </a:schemeClr>
                </a:solidFill>
                <a:latin typeface="+mn-lt"/>
                <a:ea typeface="+mn-ea"/>
                <a:cs typeface="+mn-cs"/>
                <a:sym typeface="Produkt Extralight"/>
              </a:defRPr>
            </a:lvl3pPr>
            <a:lvl4pPr indent="952500" algn="l" defTabSz="357187">
              <a:defRPr sz="4400">
                <a:solidFill>
                  <a:schemeClr val="accent1">
                    <a:satOff val="-9155"/>
                    <a:lumOff val="-32673"/>
                  </a:schemeClr>
                </a:solidFill>
                <a:latin typeface="+mn-lt"/>
                <a:ea typeface="+mn-ea"/>
                <a:cs typeface="+mn-cs"/>
                <a:sym typeface="Produkt Extralight"/>
              </a:defRPr>
            </a:lvl4pPr>
            <a:lvl5pPr indent="1270000" algn="l" defTabSz="357187">
              <a:defRPr sz="4400">
                <a:solidFill>
                  <a:schemeClr val="accent1">
                    <a:satOff val="-9155"/>
                    <a:lumOff val="-32673"/>
                  </a:schemeClr>
                </a:solidFill>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13" name="Presentation Title"/>
          <p:cNvSpPr txBox="1"/>
          <p:nvPr>
            <p:ph type="title" hasCustomPrompt="1"/>
          </p:nvPr>
        </p:nvSpPr>
        <p:spPr>
          <a:xfrm>
            <a:off x="4030265" y="2607468"/>
            <a:ext cx="16323470" cy="4643439"/>
          </a:xfrm>
          <a:prstGeom prst="rect">
            <a:avLst/>
          </a:prstGeom>
        </p:spPr>
        <p:txBody>
          <a:bodyPr lIns="71437" tIns="71437" rIns="71437" bIns="71437"/>
          <a:lstStyle>
            <a:lvl1pPr algn="l" defTabSz="357187">
              <a:lnSpc>
                <a:spcPct val="90000"/>
              </a:lnSpc>
              <a:defRPr spc="-117" sz="11800">
                <a:solidFill>
                  <a:schemeClr val="accent1">
                    <a:satOff val="-9155"/>
                    <a:lumOff val="-32673"/>
                  </a:schemeClr>
                </a:solidFill>
                <a:latin typeface="+mn-lt"/>
                <a:ea typeface="+mn-ea"/>
                <a:cs typeface="+mn-cs"/>
                <a:sym typeface="Produkt Extralight"/>
              </a:defRPr>
            </a:lvl1pPr>
          </a:lstStyle>
          <a:p>
            <a:pPr/>
            <a:r>
              <a:t>Presentation Title</a:t>
            </a:r>
          </a:p>
        </p:txBody>
      </p:sp>
      <p:sp>
        <p:nvSpPr>
          <p:cNvPr id="14" name="Slide Number"/>
          <p:cNvSpPr txBox="1"/>
          <p:nvPr>
            <p:ph type="sldNum" sz="quarter" idx="2"/>
          </p:nvPr>
        </p:nvSpPr>
        <p:spPr>
          <a:xfrm>
            <a:off x="20639484" y="12303883"/>
            <a:ext cx="411481" cy="445390"/>
          </a:xfrm>
          <a:prstGeom prst="rect">
            <a:avLst/>
          </a:prstGeom>
        </p:spPr>
        <p:txBody>
          <a:bodyPr wrap="square"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Futuristic, curved, white structure"/>
          <p:cNvSpPr/>
          <p:nvPr>
            <p:ph type="pic" idx="21"/>
          </p:nvPr>
        </p:nvSpPr>
        <p:spPr>
          <a:xfrm>
            <a:off x="2922984" y="-5572125"/>
            <a:ext cx="26646188" cy="19984641"/>
          </a:xfrm>
          <a:prstGeom prst="rect">
            <a:avLst/>
          </a:prstGeom>
        </p:spPr>
        <p:txBody>
          <a:bodyPr lIns="91439" tIns="45719" rIns="91439" bIns="45719">
            <a:noAutofit/>
          </a:bodyPr>
          <a:lstStyle/>
          <a:p>
            <a:pPr/>
          </a:p>
        </p:txBody>
      </p:sp>
      <p:sp>
        <p:nvSpPr>
          <p:cNvPr id="22" name="Author and Date"/>
          <p:cNvSpPr txBox="1"/>
          <p:nvPr>
            <p:ph type="body" sz="quarter" idx="22" hasCustomPrompt="1"/>
          </p:nvPr>
        </p:nvSpPr>
        <p:spPr>
          <a:xfrm>
            <a:off x="4030265" y="12143289"/>
            <a:ext cx="16323470" cy="642938"/>
          </a:xfrm>
          <a:prstGeom prst="rect">
            <a:avLst/>
          </a:prstGeom>
        </p:spPr>
        <p:txBody>
          <a:bodyPr lIns="71437" tIns="71437" rIns="71437" bIns="71437" anchor="b"/>
          <a:lstStyle>
            <a:lvl1pPr algn="l">
              <a:defRPr sz="3000">
                <a:solidFill>
                  <a:schemeClr val="accent1">
                    <a:satOff val="-9155"/>
                    <a:lumOff val="-32673"/>
                  </a:schemeClr>
                </a:solidFill>
                <a:latin typeface="Produkt Light"/>
                <a:ea typeface="Produkt Light"/>
                <a:cs typeface="Produkt Light"/>
                <a:sym typeface="Produkt Light"/>
              </a:defRPr>
            </a:lvl1pPr>
          </a:lstStyle>
          <a:p>
            <a:pPr/>
            <a:r>
              <a:t>Author and Date</a:t>
            </a:r>
          </a:p>
        </p:txBody>
      </p:sp>
      <p:sp>
        <p:nvSpPr>
          <p:cNvPr id="23" name="Body Level One…"/>
          <p:cNvSpPr txBox="1"/>
          <p:nvPr>
            <p:ph type="body" sz="quarter" idx="1" hasCustomPrompt="1"/>
          </p:nvPr>
        </p:nvSpPr>
        <p:spPr>
          <a:xfrm>
            <a:off x="4030265" y="7175896"/>
            <a:ext cx="16323470" cy="2035970"/>
          </a:xfrm>
          <a:prstGeom prst="rect">
            <a:avLst/>
          </a:prstGeom>
        </p:spPr>
        <p:txBody>
          <a:bodyPr lIns="71437" tIns="71437" rIns="71437" bIns="71437"/>
          <a:lstStyle>
            <a:lvl1pPr algn="l" defTabSz="357187">
              <a:defRPr sz="4400">
                <a:solidFill>
                  <a:schemeClr val="accent1">
                    <a:satOff val="-9155"/>
                    <a:lumOff val="-32673"/>
                  </a:schemeClr>
                </a:solidFill>
                <a:latin typeface="+mn-lt"/>
                <a:ea typeface="+mn-ea"/>
                <a:cs typeface="+mn-cs"/>
                <a:sym typeface="Produkt Extralight"/>
              </a:defRPr>
            </a:lvl1pPr>
            <a:lvl2pPr indent="317500" algn="l" defTabSz="357187">
              <a:defRPr sz="4400">
                <a:solidFill>
                  <a:schemeClr val="accent1">
                    <a:satOff val="-9155"/>
                    <a:lumOff val="-32673"/>
                  </a:schemeClr>
                </a:solidFill>
                <a:latin typeface="+mn-lt"/>
                <a:ea typeface="+mn-ea"/>
                <a:cs typeface="+mn-cs"/>
                <a:sym typeface="Produkt Extralight"/>
              </a:defRPr>
            </a:lvl2pPr>
            <a:lvl3pPr indent="635000" algn="l" defTabSz="357187">
              <a:defRPr sz="4400">
                <a:solidFill>
                  <a:schemeClr val="accent1">
                    <a:satOff val="-9155"/>
                    <a:lumOff val="-32673"/>
                  </a:schemeClr>
                </a:solidFill>
                <a:latin typeface="+mn-lt"/>
                <a:ea typeface="+mn-ea"/>
                <a:cs typeface="+mn-cs"/>
                <a:sym typeface="Produkt Extralight"/>
              </a:defRPr>
            </a:lvl3pPr>
            <a:lvl4pPr indent="952500" algn="l" defTabSz="357187">
              <a:defRPr sz="4400">
                <a:solidFill>
                  <a:schemeClr val="accent1">
                    <a:satOff val="-9155"/>
                    <a:lumOff val="-32673"/>
                  </a:schemeClr>
                </a:solidFill>
                <a:latin typeface="+mn-lt"/>
                <a:ea typeface="+mn-ea"/>
                <a:cs typeface="+mn-cs"/>
                <a:sym typeface="Produkt Extralight"/>
              </a:defRPr>
            </a:lvl4pPr>
            <a:lvl5pPr indent="1270000" algn="l" defTabSz="357187">
              <a:defRPr sz="4400">
                <a:solidFill>
                  <a:schemeClr val="accent1">
                    <a:satOff val="-9155"/>
                    <a:lumOff val="-32673"/>
                  </a:schemeClr>
                </a:solidFill>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24" name="Presentation Title"/>
          <p:cNvSpPr txBox="1"/>
          <p:nvPr>
            <p:ph type="title" hasCustomPrompt="1"/>
          </p:nvPr>
        </p:nvSpPr>
        <p:spPr>
          <a:xfrm>
            <a:off x="4030265" y="2607468"/>
            <a:ext cx="16323470" cy="4643439"/>
          </a:xfrm>
          <a:prstGeom prst="rect">
            <a:avLst/>
          </a:prstGeom>
        </p:spPr>
        <p:txBody>
          <a:bodyPr lIns="71437" tIns="71437" rIns="71437" bIns="71437"/>
          <a:lstStyle>
            <a:lvl1pPr algn="l" defTabSz="357187">
              <a:lnSpc>
                <a:spcPct val="90000"/>
              </a:lnSpc>
              <a:defRPr spc="-117" sz="11800">
                <a:solidFill>
                  <a:schemeClr val="accent1">
                    <a:satOff val="-9155"/>
                    <a:lumOff val="-32673"/>
                  </a:schemeClr>
                </a:solidFill>
                <a:latin typeface="+mn-lt"/>
                <a:ea typeface="+mn-ea"/>
                <a:cs typeface="+mn-cs"/>
                <a:sym typeface="Produkt Extralight"/>
              </a:defRPr>
            </a:lvl1pPr>
          </a:lstStyle>
          <a:p>
            <a:pPr/>
            <a:r>
              <a:t>Presentation Title</a:t>
            </a:r>
          </a:p>
        </p:txBody>
      </p:sp>
      <p:sp>
        <p:nvSpPr>
          <p:cNvPr id="25" name="Slide Number"/>
          <p:cNvSpPr txBox="1"/>
          <p:nvPr>
            <p:ph type="sldNum" sz="quarter" idx="2"/>
          </p:nvPr>
        </p:nvSpPr>
        <p:spPr>
          <a:xfrm>
            <a:off x="20639484" y="12303883"/>
            <a:ext cx="411481" cy="445390"/>
          </a:xfrm>
          <a:prstGeom prst="rect">
            <a:avLst/>
          </a:prstGeom>
        </p:spPr>
        <p:txBody>
          <a:bodyPr wrap="square"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Close-up of a curved, white, layered pattern"/>
          <p:cNvSpPr/>
          <p:nvPr>
            <p:ph type="pic" idx="21"/>
          </p:nvPr>
        </p:nvSpPr>
        <p:spPr>
          <a:xfrm>
            <a:off x="9906000" y="0"/>
            <a:ext cx="13716000" cy="137160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4030265" y="982265"/>
            <a:ext cx="7179470" cy="5875735"/>
          </a:xfrm>
          <a:prstGeom prst="rect">
            <a:avLst/>
          </a:prstGeom>
        </p:spPr>
        <p:txBody>
          <a:bodyPr lIns="71437" tIns="71437" rIns="71437" bIns="71437"/>
          <a:lstStyle>
            <a:lvl1pPr algn="l" defTabSz="357187">
              <a:lnSpc>
                <a:spcPct val="90000"/>
              </a:lnSpc>
              <a:defRPr spc="-84" sz="8400">
                <a:solidFill>
                  <a:schemeClr val="accent1">
                    <a:satOff val="-9155"/>
                    <a:lumOff val="-32673"/>
                  </a:schemeClr>
                </a:solidFill>
                <a:latin typeface="+mn-lt"/>
                <a:ea typeface="+mn-ea"/>
                <a:cs typeface="+mn-cs"/>
                <a:sym typeface="Produkt Extralight"/>
              </a:defRPr>
            </a:lvl1pPr>
          </a:lstStyle>
          <a:p>
            <a:pPr/>
            <a:r>
              <a:t>Slide Title</a:t>
            </a:r>
          </a:p>
        </p:txBody>
      </p:sp>
      <p:sp>
        <p:nvSpPr>
          <p:cNvPr id="34" name="Body Level One…"/>
          <p:cNvSpPr txBox="1"/>
          <p:nvPr>
            <p:ph type="body" sz="quarter" idx="1" hasCustomPrompt="1"/>
          </p:nvPr>
        </p:nvSpPr>
        <p:spPr>
          <a:xfrm>
            <a:off x="4030265" y="6715125"/>
            <a:ext cx="7179470" cy="5679282"/>
          </a:xfrm>
          <a:prstGeom prst="rect">
            <a:avLst/>
          </a:prstGeom>
        </p:spPr>
        <p:txBody>
          <a:bodyPr lIns="71437" tIns="71437" rIns="71437" bIns="71437"/>
          <a:lstStyle>
            <a:lvl1pPr algn="l" defTabSz="357187">
              <a:defRPr sz="4400">
                <a:solidFill>
                  <a:schemeClr val="accent1">
                    <a:satOff val="-9155"/>
                    <a:lumOff val="-32673"/>
                  </a:schemeClr>
                </a:solidFill>
                <a:latin typeface="+mn-lt"/>
                <a:ea typeface="+mn-ea"/>
                <a:cs typeface="+mn-cs"/>
                <a:sym typeface="Produkt Extralight"/>
              </a:defRPr>
            </a:lvl1pPr>
            <a:lvl2pPr indent="317500" algn="l" defTabSz="357187">
              <a:defRPr sz="4400">
                <a:solidFill>
                  <a:schemeClr val="accent1">
                    <a:satOff val="-9155"/>
                    <a:lumOff val="-32673"/>
                  </a:schemeClr>
                </a:solidFill>
                <a:latin typeface="+mn-lt"/>
                <a:ea typeface="+mn-ea"/>
                <a:cs typeface="+mn-cs"/>
                <a:sym typeface="Produkt Extralight"/>
              </a:defRPr>
            </a:lvl2pPr>
            <a:lvl3pPr indent="635000" algn="l" defTabSz="357187">
              <a:defRPr sz="4400">
                <a:solidFill>
                  <a:schemeClr val="accent1">
                    <a:satOff val="-9155"/>
                    <a:lumOff val="-32673"/>
                  </a:schemeClr>
                </a:solidFill>
                <a:latin typeface="+mn-lt"/>
                <a:ea typeface="+mn-ea"/>
                <a:cs typeface="+mn-cs"/>
                <a:sym typeface="Produkt Extralight"/>
              </a:defRPr>
            </a:lvl3pPr>
            <a:lvl4pPr indent="952500" algn="l" defTabSz="357187">
              <a:defRPr sz="4400">
                <a:solidFill>
                  <a:schemeClr val="accent1">
                    <a:satOff val="-9155"/>
                    <a:lumOff val="-32673"/>
                  </a:schemeClr>
                </a:solidFill>
                <a:latin typeface="+mn-lt"/>
                <a:ea typeface="+mn-ea"/>
                <a:cs typeface="+mn-cs"/>
                <a:sym typeface="Produkt Extralight"/>
              </a:defRPr>
            </a:lvl4pPr>
            <a:lvl5pPr indent="1270000" algn="l" defTabSz="357187">
              <a:defRPr sz="4400">
                <a:solidFill>
                  <a:schemeClr val="accent1">
                    <a:satOff val="-9155"/>
                    <a:lumOff val="-32673"/>
                  </a:schemeClr>
                </a:solidFill>
                <a:latin typeface="+mn-lt"/>
                <a:ea typeface="+mn-ea"/>
                <a:cs typeface="+mn-cs"/>
                <a:sym typeface="Produkt Extralight"/>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20639484" y="12303883"/>
            <a:ext cx="410766" cy="445390"/>
          </a:xfrm>
          <a:prstGeom prst="rect">
            <a:avLst/>
          </a:prstGeom>
        </p:spPr>
        <p:txBody>
          <a:bodyPr wrap="square"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Subtitle"/>
          <p:cNvSpPr txBox="1"/>
          <p:nvPr>
            <p:ph type="body" sz="quarter" idx="21" hasCustomPrompt="1"/>
          </p:nvPr>
        </p:nvSpPr>
        <p:spPr>
          <a:xfrm>
            <a:off x="4030265" y="2035968"/>
            <a:ext cx="16323470" cy="946548"/>
          </a:xfrm>
          <a:prstGeom prst="rect">
            <a:avLst/>
          </a:prstGeom>
        </p:spPr>
        <p:txBody>
          <a:bodyPr lIns="71437" tIns="71437" rIns="71437" bIns="71437"/>
          <a:lstStyle>
            <a:lvl1pPr algn="l" defTabSz="357187">
              <a:defRPr sz="4400">
                <a:solidFill>
                  <a:schemeClr val="accent1">
                    <a:satOff val="-9155"/>
                    <a:lumOff val="-32673"/>
                  </a:schemeClr>
                </a:solidFill>
                <a:latin typeface="+mn-lt"/>
                <a:ea typeface="+mn-ea"/>
                <a:cs typeface="+mn-cs"/>
                <a:sym typeface="Produkt Extralight"/>
              </a:defRPr>
            </a:lvl1pPr>
          </a:lstStyle>
          <a:p>
            <a:pPr/>
            <a:r>
              <a:t>Slide Subtitle</a:t>
            </a:r>
          </a:p>
        </p:txBody>
      </p:sp>
      <p:sp>
        <p:nvSpPr>
          <p:cNvPr id="43" name="Slide Title"/>
          <p:cNvSpPr txBox="1"/>
          <p:nvPr>
            <p:ph type="title" hasCustomPrompt="1"/>
          </p:nvPr>
        </p:nvSpPr>
        <p:spPr>
          <a:xfrm>
            <a:off x="4030265" y="535781"/>
            <a:ext cx="16323470" cy="1607344"/>
          </a:xfrm>
          <a:prstGeom prst="rect">
            <a:avLst/>
          </a:prstGeom>
        </p:spPr>
        <p:txBody>
          <a:bodyPr lIns="71437" tIns="71437" rIns="71437" bIns="71437" anchor="t"/>
          <a:lstStyle>
            <a:lvl1pPr algn="l" defTabSz="357187">
              <a:lnSpc>
                <a:spcPct val="90000"/>
              </a:lnSpc>
              <a:defRPr spc="-84" sz="8400">
                <a:solidFill>
                  <a:schemeClr val="accent1">
                    <a:satOff val="-9155"/>
                    <a:lumOff val="-32673"/>
                  </a:schemeClr>
                </a:solidFill>
                <a:latin typeface="+mn-lt"/>
                <a:ea typeface="+mn-ea"/>
                <a:cs typeface="+mn-cs"/>
                <a:sym typeface="Produkt Extralight"/>
              </a:defRPr>
            </a:lvl1pPr>
          </a:lstStyle>
          <a:p>
            <a:pPr/>
            <a:r>
              <a:t>Slide Title</a:t>
            </a:r>
          </a:p>
        </p:txBody>
      </p:sp>
      <p:sp>
        <p:nvSpPr>
          <p:cNvPr id="44" name="Body Level One…"/>
          <p:cNvSpPr txBox="1"/>
          <p:nvPr>
            <p:ph type="body" idx="1" hasCustomPrompt="1"/>
          </p:nvPr>
        </p:nvSpPr>
        <p:spPr>
          <a:xfrm>
            <a:off x="4030265" y="4268390"/>
            <a:ext cx="16323470" cy="8465345"/>
          </a:xfrm>
          <a:prstGeom prst="rect">
            <a:avLst/>
          </a:prstGeom>
        </p:spPr>
        <p:txBody>
          <a:bodyPr lIns="71437" tIns="71437" rIns="71437" bIns="71437"/>
          <a:lstStyle>
            <a:lvl1pPr marL="430892" indent="-430892"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1pPr>
            <a:lvl2pPr marL="751840" indent="-434340"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2pPr>
            <a:lvl3pPr marL="10693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3pPr>
            <a:lvl4pPr marL="13868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4pPr>
            <a:lvl5pPr marL="17043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5pPr>
          </a:lstStyle>
          <a:p>
            <a:pPr/>
            <a:r>
              <a:t>Slide bullet text</a:t>
            </a:r>
          </a:p>
          <a:p>
            <a:pPr lvl="1"/>
            <a:r>
              <a:t/>
            </a:r>
          </a:p>
          <a:p>
            <a:pPr lvl="2"/>
            <a:r>
              <a:t/>
            </a:r>
          </a:p>
          <a:p>
            <a:pPr lvl="3"/>
            <a:r>
              <a:t/>
            </a:r>
          </a:p>
          <a:p>
            <a:pPr lvl="4"/>
            <a:r>
              <a:t/>
            </a:r>
          </a:p>
        </p:txBody>
      </p:sp>
      <p:sp>
        <p:nvSpPr>
          <p:cNvPr id="45" name="Slide Number"/>
          <p:cNvSpPr txBox="1"/>
          <p:nvPr>
            <p:ph type="sldNum" sz="quarter" idx="2"/>
          </p:nvPr>
        </p:nvSpPr>
        <p:spPr>
          <a:xfrm>
            <a:off x="20639484" y="12303883"/>
            <a:ext cx="410766" cy="445390"/>
          </a:xfrm>
          <a:prstGeom prst="rect">
            <a:avLst/>
          </a:prstGeom>
        </p:spPr>
        <p:txBody>
          <a:bodyPr wrap="square"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xfrm>
            <a:off x="4030265" y="4268390"/>
            <a:ext cx="16323470" cy="8465345"/>
          </a:xfrm>
          <a:prstGeom prst="rect">
            <a:avLst/>
          </a:prstGeom>
        </p:spPr>
        <p:txBody>
          <a:bodyPr lIns="71437" tIns="71437" rIns="71437" bIns="71437"/>
          <a:lstStyle>
            <a:lvl1pPr marL="430892" indent="-430892"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1pPr>
            <a:lvl2pPr marL="751840" indent="-434340"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2pPr>
            <a:lvl3pPr marL="10693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3pPr>
            <a:lvl4pPr marL="13868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4pPr>
            <a:lvl5pPr marL="17043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5pPr>
          </a:lstStyle>
          <a:p>
            <a:pPr/>
            <a:r>
              <a:t>Slide bullet text</a:t>
            </a:r>
          </a:p>
          <a:p>
            <a:pPr lvl="1"/>
            <a:r>
              <a:t/>
            </a:r>
          </a:p>
          <a:p>
            <a:pPr lvl="2"/>
            <a:r>
              <a:t/>
            </a:r>
          </a:p>
          <a:p>
            <a:pPr lvl="3"/>
            <a:r>
              <a:t/>
            </a:r>
          </a:p>
          <a:p>
            <a:pPr lvl="4"/>
            <a:r>
              <a:t/>
            </a:r>
          </a:p>
        </p:txBody>
      </p:sp>
      <p:sp>
        <p:nvSpPr>
          <p:cNvPr id="53" name="Slide Number"/>
          <p:cNvSpPr txBox="1"/>
          <p:nvPr>
            <p:ph type="sldNum" sz="quarter" idx="2"/>
          </p:nvPr>
        </p:nvSpPr>
        <p:spPr>
          <a:xfrm>
            <a:off x="20639484" y="12303883"/>
            <a:ext cx="410766" cy="445390"/>
          </a:xfrm>
          <a:prstGeom prst="rect">
            <a:avLst/>
          </a:prstGeom>
        </p:spPr>
        <p:txBody>
          <a:bodyPr wrap="square"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Close-up of the edge of white curved stone"/>
          <p:cNvSpPr/>
          <p:nvPr>
            <p:ph type="pic" idx="21"/>
          </p:nvPr>
        </p:nvSpPr>
        <p:spPr>
          <a:xfrm>
            <a:off x="11621406" y="0"/>
            <a:ext cx="10285188" cy="13716000"/>
          </a:xfrm>
          <a:prstGeom prst="rect">
            <a:avLst/>
          </a:prstGeom>
        </p:spPr>
        <p:txBody>
          <a:bodyPr lIns="91439" tIns="45719" rIns="91439" bIns="45719">
            <a:noAutofit/>
          </a:bodyPr>
          <a:lstStyle/>
          <a:p>
            <a:pPr/>
          </a:p>
        </p:txBody>
      </p:sp>
      <p:sp>
        <p:nvSpPr>
          <p:cNvPr id="61" name="Slide Subtitle"/>
          <p:cNvSpPr txBox="1"/>
          <p:nvPr>
            <p:ph type="body" sz="quarter" idx="22" hasCustomPrompt="1"/>
          </p:nvPr>
        </p:nvSpPr>
        <p:spPr>
          <a:xfrm>
            <a:off x="4030265" y="2035968"/>
            <a:ext cx="7179470" cy="946548"/>
          </a:xfrm>
          <a:prstGeom prst="rect">
            <a:avLst/>
          </a:prstGeom>
        </p:spPr>
        <p:txBody>
          <a:bodyPr lIns="71437" tIns="71437" rIns="71437" bIns="71437"/>
          <a:lstStyle>
            <a:lvl1pPr algn="l" defTabSz="357187">
              <a:defRPr sz="4400">
                <a:solidFill>
                  <a:schemeClr val="accent1">
                    <a:satOff val="-9155"/>
                    <a:lumOff val="-32673"/>
                  </a:schemeClr>
                </a:solidFill>
                <a:latin typeface="+mn-lt"/>
                <a:ea typeface="+mn-ea"/>
                <a:cs typeface="+mn-cs"/>
                <a:sym typeface="Produkt Extralight"/>
              </a:defRPr>
            </a:lvl1pPr>
          </a:lstStyle>
          <a:p>
            <a:pPr/>
            <a:r>
              <a:t>Slide Subtitle</a:t>
            </a:r>
          </a:p>
        </p:txBody>
      </p:sp>
      <p:sp>
        <p:nvSpPr>
          <p:cNvPr id="62" name="Slide Title"/>
          <p:cNvSpPr txBox="1"/>
          <p:nvPr>
            <p:ph type="title" hasCustomPrompt="1"/>
          </p:nvPr>
        </p:nvSpPr>
        <p:spPr>
          <a:xfrm>
            <a:off x="4030265" y="535781"/>
            <a:ext cx="7179470" cy="1607344"/>
          </a:xfrm>
          <a:prstGeom prst="rect">
            <a:avLst/>
          </a:prstGeom>
        </p:spPr>
        <p:txBody>
          <a:bodyPr lIns="71437" tIns="71437" rIns="71437" bIns="71437" anchor="t"/>
          <a:lstStyle>
            <a:lvl1pPr algn="l" defTabSz="357187">
              <a:lnSpc>
                <a:spcPct val="90000"/>
              </a:lnSpc>
              <a:defRPr spc="-84" sz="8400">
                <a:solidFill>
                  <a:schemeClr val="accent1">
                    <a:satOff val="-9155"/>
                    <a:lumOff val="-32673"/>
                  </a:schemeClr>
                </a:solidFill>
                <a:latin typeface="+mn-lt"/>
                <a:ea typeface="+mn-ea"/>
                <a:cs typeface="+mn-cs"/>
                <a:sym typeface="Produkt Extralight"/>
              </a:defRPr>
            </a:lvl1pPr>
          </a:lstStyle>
          <a:p>
            <a:pPr/>
            <a:r>
              <a:t>Slide Title</a:t>
            </a:r>
          </a:p>
        </p:txBody>
      </p:sp>
      <p:sp>
        <p:nvSpPr>
          <p:cNvPr id="63" name="Body Level One…"/>
          <p:cNvSpPr txBox="1"/>
          <p:nvPr>
            <p:ph type="body" sz="quarter" idx="1" hasCustomPrompt="1"/>
          </p:nvPr>
        </p:nvSpPr>
        <p:spPr>
          <a:xfrm>
            <a:off x="4030265" y="4268390"/>
            <a:ext cx="7179470" cy="8465345"/>
          </a:xfrm>
          <a:prstGeom prst="rect">
            <a:avLst/>
          </a:prstGeom>
        </p:spPr>
        <p:txBody>
          <a:bodyPr lIns="71437" tIns="71437" rIns="71437" bIns="71437"/>
          <a:lstStyle>
            <a:lvl1pPr marL="430892" indent="-430892"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1pPr>
            <a:lvl2pPr marL="751840" indent="-434340"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2pPr>
            <a:lvl3pPr marL="10693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3pPr>
            <a:lvl4pPr marL="13868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4pPr>
            <a:lvl5pPr marL="17043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5pPr>
          </a:lstStyle>
          <a:p>
            <a:pPr/>
            <a:r>
              <a:t>Slide bullet text</a:t>
            </a:r>
          </a:p>
          <a:p>
            <a:pPr lvl="1"/>
            <a:r>
              <a:t/>
            </a:r>
          </a:p>
          <a:p>
            <a:pPr lvl="2"/>
            <a:r>
              <a:t/>
            </a:r>
          </a:p>
          <a:p>
            <a:pPr lvl="3"/>
            <a:r>
              <a:t/>
            </a:r>
          </a:p>
          <a:p>
            <a:pPr lvl="4"/>
            <a:r>
              <a:t/>
            </a:r>
          </a:p>
        </p:txBody>
      </p:sp>
      <p:sp>
        <p:nvSpPr>
          <p:cNvPr id="64" name="Slide Number"/>
          <p:cNvSpPr txBox="1"/>
          <p:nvPr>
            <p:ph type="sldNum" sz="quarter" idx="2"/>
          </p:nvPr>
        </p:nvSpPr>
        <p:spPr>
          <a:xfrm>
            <a:off x="20639484" y="12303883"/>
            <a:ext cx="410766" cy="445390"/>
          </a:xfrm>
          <a:prstGeom prst="rect">
            <a:avLst/>
          </a:prstGeom>
        </p:spPr>
        <p:txBody>
          <a:bodyPr wrap="square"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4030265" y="2035968"/>
            <a:ext cx="16323470" cy="946548"/>
          </a:xfrm>
          <a:prstGeom prst="rect">
            <a:avLst/>
          </a:prstGeom>
        </p:spPr>
        <p:txBody>
          <a:bodyPr lIns="71437" tIns="71437" rIns="71437" bIns="71437"/>
          <a:lstStyle>
            <a:lvl1pPr algn="l" defTabSz="357187">
              <a:defRPr sz="4400">
                <a:solidFill>
                  <a:schemeClr val="accent1">
                    <a:satOff val="-9155"/>
                    <a:lumOff val="-32673"/>
                  </a:schemeClr>
                </a:solidFill>
                <a:latin typeface="+mn-lt"/>
                <a:ea typeface="+mn-ea"/>
                <a:cs typeface="+mn-cs"/>
                <a:sym typeface="Produkt Extralight"/>
              </a:defRPr>
            </a:lvl1pPr>
          </a:lstStyle>
          <a:p>
            <a:pPr/>
            <a:r>
              <a:t>Slide Subtitle</a:t>
            </a:r>
          </a:p>
        </p:txBody>
      </p:sp>
      <p:sp>
        <p:nvSpPr>
          <p:cNvPr id="72" name="Slide Title"/>
          <p:cNvSpPr txBox="1"/>
          <p:nvPr>
            <p:ph type="title" hasCustomPrompt="1"/>
          </p:nvPr>
        </p:nvSpPr>
        <p:spPr>
          <a:xfrm>
            <a:off x="4030265" y="535781"/>
            <a:ext cx="16323470" cy="1607344"/>
          </a:xfrm>
          <a:prstGeom prst="rect">
            <a:avLst/>
          </a:prstGeom>
        </p:spPr>
        <p:txBody>
          <a:bodyPr lIns="71437" tIns="71437" rIns="71437" bIns="71437" anchor="t"/>
          <a:lstStyle>
            <a:lvl1pPr algn="l" defTabSz="357187">
              <a:lnSpc>
                <a:spcPct val="90000"/>
              </a:lnSpc>
              <a:defRPr spc="-84" sz="8400">
                <a:solidFill>
                  <a:schemeClr val="accent1">
                    <a:satOff val="-9155"/>
                    <a:lumOff val="-32673"/>
                  </a:schemeClr>
                </a:solidFill>
                <a:latin typeface="+mn-lt"/>
                <a:ea typeface="+mn-ea"/>
                <a:cs typeface="+mn-cs"/>
                <a:sym typeface="Produkt Extralight"/>
              </a:defRPr>
            </a:lvl1pPr>
          </a:lstStyle>
          <a:p>
            <a:pPr/>
            <a:r>
              <a:t>Slide Title</a:t>
            </a:r>
          </a:p>
        </p:txBody>
      </p:sp>
      <p:sp>
        <p:nvSpPr>
          <p:cNvPr id="73" name="Body Level One…"/>
          <p:cNvSpPr txBox="1"/>
          <p:nvPr>
            <p:ph type="body" sz="quarter" idx="1" hasCustomPrompt="1"/>
          </p:nvPr>
        </p:nvSpPr>
        <p:spPr>
          <a:xfrm>
            <a:off x="4030265" y="4267977"/>
            <a:ext cx="7179470" cy="8465345"/>
          </a:xfrm>
          <a:prstGeom prst="rect">
            <a:avLst/>
          </a:prstGeom>
        </p:spPr>
        <p:txBody>
          <a:bodyPr lIns="71437" tIns="71437" rIns="71437" bIns="71437"/>
          <a:lstStyle>
            <a:lvl1pPr marL="430892" indent="-430892"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1pPr>
            <a:lvl2pPr marL="751840" indent="-434340"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2pPr>
            <a:lvl3pPr marL="10693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3pPr>
            <a:lvl4pPr marL="13868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4pPr>
            <a:lvl5pPr marL="17043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5pPr>
          </a:lstStyle>
          <a:p>
            <a:pPr/>
            <a:r>
              <a:t>Slide bullet text</a:t>
            </a:r>
          </a:p>
          <a:p>
            <a:pPr lvl="1"/>
            <a:r>
              <a:t/>
            </a:r>
          </a:p>
          <a:p>
            <a:pPr lvl="2"/>
            <a:r>
              <a:t/>
            </a:r>
          </a:p>
          <a:p>
            <a:pPr lvl="3"/>
            <a:r>
              <a:t/>
            </a:r>
          </a:p>
          <a:p>
            <a:pPr lvl="4"/>
            <a:r>
              <a:t/>
            </a:r>
          </a:p>
        </p:txBody>
      </p:sp>
      <p:sp>
        <p:nvSpPr>
          <p:cNvPr id="74" name="Slide Number"/>
          <p:cNvSpPr txBox="1"/>
          <p:nvPr>
            <p:ph type="sldNum" sz="quarter" idx="2"/>
          </p:nvPr>
        </p:nvSpPr>
        <p:spPr>
          <a:xfrm>
            <a:off x="20648501" y="12303883"/>
            <a:ext cx="402464" cy="445390"/>
          </a:xfrm>
          <a:prstGeom prst="rect">
            <a:avLst/>
          </a:prstGeom>
        </p:spPr>
        <p:txBody>
          <a:bodyPr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4030265" y="2035968"/>
            <a:ext cx="7179470" cy="948909"/>
          </a:xfrm>
          <a:prstGeom prst="rect">
            <a:avLst/>
          </a:prstGeom>
        </p:spPr>
        <p:txBody>
          <a:bodyPr lIns="71437" tIns="71437" rIns="71437" bIns="71437"/>
          <a:lstStyle>
            <a:lvl1pPr algn="l" defTabSz="357187">
              <a:defRPr sz="4400">
                <a:solidFill>
                  <a:schemeClr val="accent1">
                    <a:satOff val="-9155"/>
                    <a:lumOff val="-32673"/>
                  </a:schemeClr>
                </a:solidFill>
                <a:latin typeface="+mn-lt"/>
                <a:ea typeface="+mn-ea"/>
                <a:cs typeface="+mn-cs"/>
                <a:sym typeface="Produkt Extralight"/>
              </a:defRPr>
            </a:lvl1pPr>
          </a:lstStyle>
          <a:p>
            <a:pPr/>
            <a:r>
              <a:t>Slide Subtitle</a:t>
            </a:r>
          </a:p>
        </p:txBody>
      </p:sp>
      <p:sp>
        <p:nvSpPr>
          <p:cNvPr id="82" name="Slide Title"/>
          <p:cNvSpPr txBox="1"/>
          <p:nvPr>
            <p:ph type="title" hasCustomPrompt="1"/>
          </p:nvPr>
        </p:nvSpPr>
        <p:spPr>
          <a:xfrm>
            <a:off x="4030265" y="535781"/>
            <a:ext cx="7179470" cy="1611353"/>
          </a:xfrm>
          <a:prstGeom prst="rect">
            <a:avLst/>
          </a:prstGeom>
        </p:spPr>
        <p:txBody>
          <a:bodyPr lIns="71437" tIns="71437" rIns="71437" bIns="71437" anchor="t"/>
          <a:lstStyle>
            <a:lvl1pPr algn="l" defTabSz="357187">
              <a:lnSpc>
                <a:spcPct val="90000"/>
              </a:lnSpc>
              <a:defRPr spc="-84" sz="8400">
                <a:solidFill>
                  <a:schemeClr val="accent1">
                    <a:satOff val="-9155"/>
                    <a:lumOff val="-32673"/>
                  </a:schemeClr>
                </a:solidFill>
                <a:latin typeface="+mn-lt"/>
                <a:ea typeface="+mn-ea"/>
                <a:cs typeface="+mn-cs"/>
                <a:sym typeface="Produkt Extralight"/>
              </a:defRPr>
            </a:lvl1pPr>
          </a:lstStyle>
          <a:p>
            <a:pPr/>
            <a:r>
              <a:t>Slide Title</a:t>
            </a:r>
          </a:p>
        </p:txBody>
      </p:sp>
      <p:sp>
        <p:nvSpPr>
          <p:cNvPr id="83" name="Body Level One…"/>
          <p:cNvSpPr txBox="1"/>
          <p:nvPr>
            <p:ph type="body" sz="quarter" idx="1" hasCustomPrompt="1"/>
          </p:nvPr>
        </p:nvSpPr>
        <p:spPr>
          <a:xfrm>
            <a:off x="4030265" y="4267012"/>
            <a:ext cx="7179470" cy="8465345"/>
          </a:xfrm>
          <a:prstGeom prst="rect">
            <a:avLst/>
          </a:prstGeom>
        </p:spPr>
        <p:txBody>
          <a:bodyPr lIns="71437" tIns="71437" rIns="71437" bIns="71437"/>
          <a:lstStyle>
            <a:lvl1pPr marL="430892" indent="-430892"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1pPr>
            <a:lvl2pPr marL="751840" indent="-434340"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2pPr>
            <a:lvl3pPr marL="10693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3pPr>
            <a:lvl4pPr marL="13868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4pPr>
            <a:lvl5pPr marL="1704339" indent="-434339" algn="l" defTabSz="355600">
              <a:spcBef>
                <a:spcPts val="4600"/>
              </a:spcBef>
              <a:buSzPct val="100000"/>
              <a:buChar char="•"/>
              <a:defRPr sz="3800">
                <a:solidFill>
                  <a:schemeClr val="accent1">
                    <a:satOff val="-9155"/>
                    <a:lumOff val="-32673"/>
                  </a:schemeClr>
                </a:solidFill>
                <a:latin typeface="Graphik Light"/>
                <a:ea typeface="Graphik Light"/>
                <a:cs typeface="Graphik Light"/>
                <a:sym typeface="Graphik Light"/>
              </a:defRPr>
            </a:lvl5pPr>
          </a:lstStyle>
          <a:p>
            <a:pPr/>
            <a:r>
              <a:t>Slide bullet text</a:t>
            </a:r>
          </a:p>
          <a:p>
            <a:pPr lvl="1"/>
            <a:r>
              <a:t/>
            </a:r>
          </a:p>
          <a:p>
            <a:pPr lvl="2"/>
            <a:r>
              <a:t/>
            </a:r>
          </a:p>
          <a:p>
            <a:pPr lvl="3"/>
            <a:r>
              <a:t/>
            </a:r>
          </a:p>
          <a:p>
            <a:pPr lvl="4"/>
            <a:r>
              <a:t/>
            </a:r>
          </a:p>
        </p:txBody>
      </p:sp>
      <p:sp>
        <p:nvSpPr>
          <p:cNvPr id="84" name="Slide Number"/>
          <p:cNvSpPr txBox="1"/>
          <p:nvPr>
            <p:ph type="sldNum" sz="quarter" idx="2"/>
          </p:nvPr>
        </p:nvSpPr>
        <p:spPr>
          <a:xfrm>
            <a:off x="20648501" y="12303883"/>
            <a:ext cx="402464" cy="445390"/>
          </a:xfrm>
          <a:prstGeom prst="rect">
            <a:avLst/>
          </a:prstGeom>
        </p:spPr>
        <p:txBody>
          <a:bodyPr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4030265" y="4393406"/>
            <a:ext cx="16323470" cy="4643438"/>
          </a:xfrm>
          <a:prstGeom prst="rect">
            <a:avLst/>
          </a:prstGeom>
        </p:spPr>
        <p:txBody>
          <a:bodyPr lIns="71437" tIns="71437" rIns="71437" bIns="71437" anchor="ctr"/>
          <a:lstStyle>
            <a:lvl1pPr algn="l" defTabSz="500062">
              <a:lnSpc>
                <a:spcPct val="90000"/>
              </a:lnSpc>
              <a:defRPr spc="-117" sz="11800">
                <a:solidFill>
                  <a:schemeClr val="accent1">
                    <a:satOff val="-9155"/>
                    <a:lumOff val="-32673"/>
                  </a:schemeClr>
                </a:solidFill>
                <a:latin typeface="+mn-lt"/>
                <a:ea typeface="+mn-ea"/>
                <a:cs typeface="+mn-cs"/>
                <a:sym typeface="Produkt Extralight"/>
              </a:defRPr>
            </a:lvl1pPr>
          </a:lstStyle>
          <a:p>
            <a:pPr/>
            <a:r>
              <a:t>Section Title</a:t>
            </a:r>
          </a:p>
        </p:txBody>
      </p:sp>
      <p:sp>
        <p:nvSpPr>
          <p:cNvPr id="92" name="Slide Number"/>
          <p:cNvSpPr txBox="1"/>
          <p:nvPr>
            <p:ph type="sldNum" sz="quarter" idx="2"/>
          </p:nvPr>
        </p:nvSpPr>
        <p:spPr>
          <a:xfrm>
            <a:off x="20648501" y="12303883"/>
            <a:ext cx="402464" cy="445390"/>
          </a:xfrm>
          <a:prstGeom prst="rect">
            <a:avLst/>
          </a:prstGeom>
        </p:spPr>
        <p:txBody>
          <a:bodyPr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Subtitle"/>
          <p:cNvSpPr txBox="1"/>
          <p:nvPr>
            <p:ph type="body" sz="quarter" idx="21" hasCustomPrompt="1"/>
          </p:nvPr>
        </p:nvSpPr>
        <p:spPr>
          <a:xfrm>
            <a:off x="4030265" y="2035968"/>
            <a:ext cx="16323470" cy="946548"/>
          </a:xfrm>
          <a:prstGeom prst="rect">
            <a:avLst/>
          </a:prstGeom>
        </p:spPr>
        <p:txBody>
          <a:bodyPr lIns="71437" tIns="71437" rIns="71437" bIns="71437"/>
          <a:lstStyle>
            <a:lvl1pPr algn="l" defTabSz="357187">
              <a:defRPr sz="4400">
                <a:solidFill>
                  <a:schemeClr val="accent1">
                    <a:satOff val="-9155"/>
                    <a:lumOff val="-32673"/>
                  </a:schemeClr>
                </a:solidFill>
                <a:latin typeface="+mn-lt"/>
                <a:ea typeface="+mn-ea"/>
                <a:cs typeface="+mn-cs"/>
                <a:sym typeface="Produkt Extralight"/>
              </a:defRPr>
            </a:lvl1pPr>
          </a:lstStyle>
          <a:p>
            <a:pPr/>
            <a:r>
              <a:t>Slide Subtitle</a:t>
            </a:r>
          </a:p>
        </p:txBody>
      </p:sp>
      <p:sp>
        <p:nvSpPr>
          <p:cNvPr id="100" name="Slide Title"/>
          <p:cNvSpPr txBox="1"/>
          <p:nvPr>
            <p:ph type="title" hasCustomPrompt="1"/>
          </p:nvPr>
        </p:nvSpPr>
        <p:spPr>
          <a:xfrm>
            <a:off x="4030265" y="535781"/>
            <a:ext cx="16323470" cy="1607344"/>
          </a:xfrm>
          <a:prstGeom prst="rect">
            <a:avLst/>
          </a:prstGeom>
        </p:spPr>
        <p:txBody>
          <a:bodyPr lIns="71437" tIns="71437" rIns="71437" bIns="71437" anchor="t"/>
          <a:lstStyle>
            <a:lvl1pPr algn="l" defTabSz="357187">
              <a:lnSpc>
                <a:spcPct val="90000"/>
              </a:lnSpc>
              <a:defRPr spc="-84" sz="8400">
                <a:solidFill>
                  <a:schemeClr val="accent1">
                    <a:satOff val="-9155"/>
                    <a:lumOff val="-32673"/>
                  </a:schemeClr>
                </a:solidFill>
                <a:latin typeface="+mn-lt"/>
                <a:ea typeface="+mn-ea"/>
                <a:cs typeface="+mn-cs"/>
                <a:sym typeface="Produkt Extralight"/>
              </a:defRPr>
            </a:lvl1pPr>
          </a:lstStyle>
          <a:p>
            <a:pPr/>
            <a:r>
              <a:t>Slide Title</a:t>
            </a:r>
          </a:p>
        </p:txBody>
      </p:sp>
      <p:sp>
        <p:nvSpPr>
          <p:cNvPr id="101" name="Slide Number"/>
          <p:cNvSpPr txBox="1"/>
          <p:nvPr>
            <p:ph type="sldNum" sz="quarter" idx="2"/>
          </p:nvPr>
        </p:nvSpPr>
        <p:spPr>
          <a:xfrm>
            <a:off x="20648501" y="12303883"/>
            <a:ext cx="402464" cy="445390"/>
          </a:xfrm>
          <a:prstGeom prst="rect">
            <a:avLst/>
          </a:prstGeom>
        </p:spPr>
        <p:txBody>
          <a:bodyPr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Subtitle"/>
          <p:cNvSpPr txBox="1"/>
          <p:nvPr>
            <p:ph type="body" sz="quarter" idx="21" hasCustomPrompt="1"/>
          </p:nvPr>
        </p:nvSpPr>
        <p:spPr>
          <a:xfrm>
            <a:off x="4030265" y="2035968"/>
            <a:ext cx="16323470" cy="946548"/>
          </a:xfrm>
          <a:prstGeom prst="rect">
            <a:avLst/>
          </a:prstGeom>
        </p:spPr>
        <p:txBody>
          <a:bodyPr lIns="71437" tIns="71437" rIns="71437" bIns="71437"/>
          <a:lstStyle>
            <a:lvl1pPr algn="l" defTabSz="357187">
              <a:defRPr sz="4400">
                <a:solidFill>
                  <a:schemeClr val="accent1">
                    <a:satOff val="-9155"/>
                    <a:lumOff val="-32673"/>
                  </a:schemeClr>
                </a:solidFill>
                <a:latin typeface="+mn-lt"/>
                <a:ea typeface="+mn-ea"/>
                <a:cs typeface="+mn-cs"/>
                <a:sym typeface="Produkt Extralight"/>
              </a:defRPr>
            </a:lvl1pPr>
          </a:lstStyle>
          <a:p>
            <a:pPr/>
            <a:r>
              <a:t>Agenda Subtitle</a:t>
            </a:r>
          </a:p>
        </p:txBody>
      </p:sp>
      <p:sp>
        <p:nvSpPr>
          <p:cNvPr id="109" name="Agenda Title"/>
          <p:cNvSpPr txBox="1"/>
          <p:nvPr>
            <p:ph type="title" hasCustomPrompt="1"/>
          </p:nvPr>
        </p:nvSpPr>
        <p:spPr>
          <a:xfrm>
            <a:off x="4030265" y="535781"/>
            <a:ext cx="16323470" cy="1607344"/>
          </a:xfrm>
          <a:prstGeom prst="rect">
            <a:avLst/>
          </a:prstGeom>
        </p:spPr>
        <p:txBody>
          <a:bodyPr lIns="71437" tIns="71437" rIns="71437" bIns="71437" anchor="t"/>
          <a:lstStyle>
            <a:lvl1pPr algn="l" defTabSz="357187">
              <a:lnSpc>
                <a:spcPct val="90000"/>
              </a:lnSpc>
              <a:defRPr spc="-84" sz="8400">
                <a:solidFill>
                  <a:schemeClr val="accent1">
                    <a:satOff val="-9155"/>
                    <a:lumOff val="-32673"/>
                  </a:schemeClr>
                </a:solidFill>
                <a:latin typeface="+mn-lt"/>
                <a:ea typeface="+mn-ea"/>
                <a:cs typeface="+mn-cs"/>
                <a:sym typeface="Produkt Extralight"/>
              </a:defRPr>
            </a:lvl1pPr>
          </a:lstStyle>
          <a:p>
            <a:pPr/>
            <a:r>
              <a:t>Agenda Title</a:t>
            </a:r>
          </a:p>
        </p:txBody>
      </p:sp>
      <p:sp>
        <p:nvSpPr>
          <p:cNvPr id="110" name="Body Level One…"/>
          <p:cNvSpPr txBox="1"/>
          <p:nvPr>
            <p:ph type="body" idx="1" hasCustomPrompt="1"/>
          </p:nvPr>
        </p:nvSpPr>
        <p:spPr>
          <a:xfrm>
            <a:off x="4030265" y="4089796"/>
            <a:ext cx="16323470" cy="8572501"/>
          </a:xfrm>
          <a:prstGeom prst="rect">
            <a:avLst/>
          </a:prstGeom>
        </p:spPr>
        <p:txBody>
          <a:bodyPr lIns="71437" tIns="71437" rIns="71437" bIns="71437"/>
          <a:lstStyle>
            <a:lvl1pPr algn="l" defTabSz="355600">
              <a:spcBef>
                <a:spcPts val="6000"/>
              </a:spcBef>
              <a:defRPr sz="5000">
                <a:solidFill>
                  <a:schemeClr val="accent1">
                    <a:satOff val="-9155"/>
                    <a:lumOff val="-32673"/>
                  </a:schemeClr>
                </a:solidFill>
                <a:latin typeface="Graphik Light"/>
                <a:ea typeface="Graphik Light"/>
                <a:cs typeface="Graphik Light"/>
                <a:sym typeface="Graphik Light"/>
              </a:defRPr>
            </a:lvl1pPr>
            <a:lvl2pPr indent="317500" algn="l" defTabSz="355600">
              <a:spcBef>
                <a:spcPts val="6000"/>
              </a:spcBef>
              <a:defRPr sz="5000">
                <a:solidFill>
                  <a:schemeClr val="accent1">
                    <a:satOff val="-9155"/>
                    <a:lumOff val="-32673"/>
                  </a:schemeClr>
                </a:solidFill>
                <a:latin typeface="Graphik Light"/>
                <a:ea typeface="Graphik Light"/>
                <a:cs typeface="Graphik Light"/>
                <a:sym typeface="Graphik Light"/>
              </a:defRPr>
            </a:lvl2pPr>
            <a:lvl3pPr indent="635000" algn="l" defTabSz="355600">
              <a:spcBef>
                <a:spcPts val="6000"/>
              </a:spcBef>
              <a:defRPr sz="5000">
                <a:solidFill>
                  <a:schemeClr val="accent1">
                    <a:satOff val="-9155"/>
                    <a:lumOff val="-32673"/>
                  </a:schemeClr>
                </a:solidFill>
                <a:latin typeface="Graphik Light"/>
                <a:ea typeface="Graphik Light"/>
                <a:cs typeface="Graphik Light"/>
                <a:sym typeface="Graphik Light"/>
              </a:defRPr>
            </a:lvl3pPr>
            <a:lvl4pPr indent="952500" algn="l" defTabSz="355600">
              <a:spcBef>
                <a:spcPts val="6000"/>
              </a:spcBef>
              <a:defRPr sz="5000">
                <a:solidFill>
                  <a:schemeClr val="accent1">
                    <a:satOff val="-9155"/>
                    <a:lumOff val="-32673"/>
                  </a:schemeClr>
                </a:solidFill>
                <a:latin typeface="Graphik Light"/>
                <a:ea typeface="Graphik Light"/>
                <a:cs typeface="Graphik Light"/>
                <a:sym typeface="Graphik Light"/>
              </a:defRPr>
            </a:lvl4pPr>
            <a:lvl5pPr indent="1270000" algn="l" defTabSz="355600">
              <a:spcBef>
                <a:spcPts val="6000"/>
              </a:spcBef>
              <a:defRPr sz="5000">
                <a:solidFill>
                  <a:schemeClr val="accent1">
                    <a:satOff val="-9155"/>
                    <a:lumOff val="-32673"/>
                  </a:schemeClr>
                </a:solidFill>
                <a:latin typeface="Graphik Light"/>
                <a:ea typeface="Graphik Light"/>
                <a:cs typeface="Graphik Light"/>
                <a:sym typeface="Graphik Light"/>
              </a:defRPr>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xfrm>
            <a:off x="20648501" y="12303883"/>
            <a:ext cx="402464" cy="445390"/>
          </a:xfrm>
          <a:prstGeom prst="rect">
            <a:avLst/>
          </a:prstGeom>
        </p:spPr>
        <p:txBody>
          <a:bodyPr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4030265" y="4429125"/>
            <a:ext cx="16323470" cy="4554141"/>
          </a:xfrm>
          <a:prstGeom prst="rect">
            <a:avLst/>
          </a:prstGeom>
        </p:spPr>
        <p:txBody>
          <a:bodyPr lIns="71437" tIns="71437" rIns="71437" bIns="71437" anchor="ctr"/>
          <a:lstStyle>
            <a:lvl1pPr defTabSz="500062">
              <a:lnSpc>
                <a:spcPct val="90000"/>
              </a:lnSpc>
              <a:defRPr spc="-117" sz="11800">
                <a:solidFill>
                  <a:schemeClr val="accent1">
                    <a:satOff val="-9155"/>
                    <a:lumOff val="-32673"/>
                  </a:schemeClr>
                </a:solidFill>
                <a:latin typeface="+mn-lt"/>
                <a:ea typeface="+mn-ea"/>
                <a:cs typeface="+mn-cs"/>
                <a:sym typeface="Produkt Extralight"/>
              </a:defRPr>
            </a:lvl1pPr>
            <a:lvl2pPr indent="317500" defTabSz="500062">
              <a:lnSpc>
                <a:spcPct val="90000"/>
              </a:lnSpc>
              <a:defRPr spc="-117" sz="11800">
                <a:solidFill>
                  <a:schemeClr val="accent1">
                    <a:satOff val="-9155"/>
                    <a:lumOff val="-32673"/>
                  </a:schemeClr>
                </a:solidFill>
                <a:latin typeface="+mn-lt"/>
                <a:ea typeface="+mn-ea"/>
                <a:cs typeface="+mn-cs"/>
                <a:sym typeface="Produkt Extralight"/>
              </a:defRPr>
            </a:lvl2pPr>
            <a:lvl3pPr indent="635000" defTabSz="500062">
              <a:lnSpc>
                <a:spcPct val="90000"/>
              </a:lnSpc>
              <a:defRPr spc="-117" sz="11800">
                <a:solidFill>
                  <a:schemeClr val="accent1">
                    <a:satOff val="-9155"/>
                    <a:lumOff val="-32673"/>
                  </a:schemeClr>
                </a:solidFill>
                <a:latin typeface="+mn-lt"/>
                <a:ea typeface="+mn-ea"/>
                <a:cs typeface="+mn-cs"/>
                <a:sym typeface="Produkt Extralight"/>
              </a:defRPr>
            </a:lvl3pPr>
            <a:lvl4pPr indent="952500" defTabSz="500062">
              <a:lnSpc>
                <a:spcPct val="90000"/>
              </a:lnSpc>
              <a:defRPr spc="-117" sz="11800">
                <a:solidFill>
                  <a:schemeClr val="accent1">
                    <a:satOff val="-9155"/>
                    <a:lumOff val="-32673"/>
                  </a:schemeClr>
                </a:solidFill>
                <a:latin typeface="+mn-lt"/>
                <a:ea typeface="+mn-ea"/>
                <a:cs typeface="+mn-cs"/>
                <a:sym typeface="Produkt Extralight"/>
              </a:defRPr>
            </a:lvl4pPr>
            <a:lvl5pPr indent="1270000" defTabSz="500062">
              <a:lnSpc>
                <a:spcPct val="90000"/>
              </a:lnSpc>
              <a:defRPr spc="-117" sz="11800">
                <a:solidFill>
                  <a:schemeClr val="accent1">
                    <a:satOff val="-9155"/>
                    <a:lumOff val="-32673"/>
                  </a:schemeClr>
                </a:solidFill>
                <a:latin typeface="+mn-lt"/>
                <a:ea typeface="+mn-ea"/>
                <a:cs typeface="+mn-cs"/>
                <a:sym typeface="Produkt Extralight"/>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xfrm>
            <a:off x="20648501" y="12303883"/>
            <a:ext cx="402464" cy="445390"/>
          </a:xfrm>
          <a:prstGeom prst="rect">
            <a:avLst/>
          </a:prstGeom>
        </p:spPr>
        <p:txBody>
          <a:bodyPr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sz="half" idx="1" hasCustomPrompt="1"/>
          </p:nvPr>
        </p:nvSpPr>
        <p:spPr>
          <a:xfrm>
            <a:off x="4030265" y="982265"/>
            <a:ext cx="16323470" cy="8108157"/>
          </a:xfrm>
          <a:prstGeom prst="rect">
            <a:avLst/>
          </a:prstGeom>
        </p:spPr>
        <p:txBody>
          <a:bodyPr lIns="71437" tIns="71437" rIns="71437" bIns="71437" anchor="b"/>
          <a:lstStyle>
            <a:lvl1pPr defTabSz="357187">
              <a:lnSpc>
                <a:spcPct val="90000"/>
              </a:lnSpc>
              <a:defRPr spc="-1740" sz="34800">
                <a:solidFill>
                  <a:schemeClr val="accent1">
                    <a:satOff val="-9155"/>
                    <a:lumOff val="-32673"/>
                  </a:schemeClr>
                </a:solidFill>
                <a:latin typeface="+mn-lt"/>
                <a:ea typeface="+mn-ea"/>
                <a:cs typeface="+mn-cs"/>
                <a:sym typeface="Produkt Extralight"/>
              </a:defRPr>
            </a:lvl1pPr>
            <a:lvl2pPr indent="317500" defTabSz="357187">
              <a:lnSpc>
                <a:spcPct val="90000"/>
              </a:lnSpc>
              <a:defRPr spc="-1740" sz="34800">
                <a:solidFill>
                  <a:schemeClr val="accent1">
                    <a:satOff val="-9155"/>
                    <a:lumOff val="-32673"/>
                  </a:schemeClr>
                </a:solidFill>
                <a:latin typeface="+mn-lt"/>
                <a:ea typeface="+mn-ea"/>
                <a:cs typeface="+mn-cs"/>
                <a:sym typeface="Produkt Extralight"/>
              </a:defRPr>
            </a:lvl2pPr>
            <a:lvl3pPr indent="635000" defTabSz="357187">
              <a:lnSpc>
                <a:spcPct val="90000"/>
              </a:lnSpc>
              <a:defRPr spc="-1740" sz="34800">
                <a:solidFill>
                  <a:schemeClr val="accent1">
                    <a:satOff val="-9155"/>
                    <a:lumOff val="-32673"/>
                  </a:schemeClr>
                </a:solidFill>
                <a:latin typeface="+mn-lt"/>
                <a:ea typeface="+mn-ea"/>
                <a:cs typeface="+mn-cs"/>
                <a:sym typeface="Produkt Extralight"/>
              </a:defRPr>
            </a:lvl3pPr>
            <a:lvl4pPr indent="952500" defTabSz="357187">
              <a:lnSpc>
                <a:spcPct val="90000"/>
              </a:lnSpc>
              <a:defRPr spc="-1740" sz="34800">
                <a:solidFill>
                  <a:schemeClr val="accent1">
                    <a:satOff val="-9155"/>
                    <a:lumOff val="-32673"/>
                  </a:schemeClr>
                </a:solidFill>
                <a:latin typeface="+mn-lt"/>
                <a:ea typeface="+mn-ea"/>
                <a:cs typeface="+mn-cs"/>
                <a:sym typeface="Produkt Extralight"/>
              </a:defRPr>
            </a:lvl4pPr>
            <a:lvl5pPr indent="1270000" defTabSz="357187">
              <a:lnSpc>
                <a:spcPct val="90000"/>
              </a:lnSpc>
              <a:defRPr spc="-1740" sz="34800">
                <a:solidFill>
                  <a:schemeClr val="accent1">
                    <a:satOff val="-9155"/>
                    <a:lumOff val="-32673"/>
                  </a:schemeClr>
                </a:solidFill>
                <a:latin typeface="+mn-lt"/>
                <a:ea typeface="+mn-ea"/>
                <a:cs typeface="+mn-cs"/>
                <a:sym typeface="Produkt Extralight"/>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4030265" y="8733234"/>
            <a:ext cx="16323470" cy="946548"/>
          </a:xfrm>
          <a:prstGeom prst="rect">
            <a:avLst/>
          </a:prstGeom>
        </p:spPr>
        <p:txBody>
          <a:bodyPr lIns="71437" tIns="71437" rIns="71437" bIns="71437"/>
          <a:lstStyle>
            <a:lvl1pPr defTabSz="357187">
              <a:lnSpc>
                <a:spcPct val="90000"/>
              </a:lnSpc>
              <a:defRPr spc="-48" sz="4800">
                <a:solidFill>
                  <a:schemeClr val="accent1">
                    <a:satOff val="-9155"/>
                    <a:lumOff val="-32673"/>
                  </a:schemeClr>
                </a:solidFill>
                <a:latin typeface="+mn-lt"/>
                <a:ea typeface="+mn-ea"/>
                <a:cs typeface="+mn-cs"/>
                <a:sym typeface="Produkt Extralight"/>
              </a:defRPr>
            </a:lvl1pPr>
          </a:lstStyle>
          <a:p>
            <a:pPr/>
            <a:r>
              <a:t>Fact information</a:t>
            </a:r>
          </a:p>
        </p:txBody>
      </p:sp>
      <p:sp>
        <p:nvSpPr>
          <p:cNvPr id="128" name="Slide Number"/>
          <p:cNvSpPr txBox="1"/>
          <p:nvPr>
            <p:ph type="sldNum" sz="quarter" idx="2"/>
          </p:nvPr>
        </p:nvSpPr>
        <p:spPr>
          <a:xfrm>
            <a:off x="20648501" y="12303883"/>
            <a:ext cx="402464" cy="445390"/>
          </a:xfrm>
          <a:prstGeom prst="rect">
            <a:avLst/>
          </a:prstGeom>
        </p:spPr>
        <p:txBody>
          <a:bodyPr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4476750" y="9036843"/>
            <a:ext cx="15430500" cy="821532"/>
          </a:xfrm>
          <a:prstGeom prst="rect">
            <a:avLst/>
          </a:prstGeom>
        </p:spPr>
        <p:txBody>
          <a:bodyPr lIns="71437" tIns="71437" rIns="71437" bIns="71437"/>
          <a:lstStyle>
            <a:lvl1pPr algn="l">
              <a:defRPr sz="3200">
                <a:solidFill>
                  <a:schemeClr val="accent1">
                    <a:satOff val="-9155"/>
                    <a:lumOff val="-32673"/>
                  </a:schemeClr>
                </a:solidFill>
                <a:latin typeface="Produkt Light"/>
                <a:ea typeface="Produkt Light"/>
                <a:cs typeface="Produkt Light"/>
                <a:sym typeface="Produkt Light"/>
              </a:defRPr>
            </a:lvl1pPr>
          </a:lstStyle>
          <a:p>
            <a:pPr/>
            <a:r>
              <a:t>Attribution</a:t>
            </a:r>
          </a:p>
        </p:txBody>
      </p:sp>
      <p:sp>
        <p:nvSpPr>
          <p:cNvPr id="136" name="Body Level One…"/>
          <p:cNvSpPr txBox="1"/>
          <p:nvPr>
            <p:ph type="body" sz="half" idx="1" hasCustomPrompt="1"/>
          </p:nvPr>
        </p:nvSpPr>
        <p:spPr>
          <a:xfrm>
            <a:off x="4101703" y="3232546"/>
            <a:ext cx="16180594" cy="4464845"/>
          </a:xfrm>
          <a:prstGeom prst="rect">
            <a:avLst/>
          </a:prstGeom>
        </p:spPr>
        <p:txBody>
          <a:bodyPr lIns="71437" tIns="71437" rIns="71437" bIns="71437" anchor="b"/>
          <a:lstStyle>
            <a:lvl1pPr marL="254000" indent="-254000" algn="l" defTabSz="2438400">
              <a:lnSpc>
                <a:spcPct val="90000"/>
              </a:lnSpc>
              <a:defRPr spc="-91" sz="9200">
                <a:solidFill>
                  <a:schemeClr val="accent1">
                    <a:satOff val="-9155"/>
                    <a:lumOff val="-32673"/>
                  </a:schemeClr>
                </a:solidFill>
                <a:latin typeface="+mn-lt"/>
                <a:ea typeface="+mn-ea"/>
                <a:cs typeface="+mn-cs"/>
                <a:sym typeface="Produkt Extralight"/>
              </a:defRPr>
            </a:lvl1pPr>
            <a:lvl2pPr marL="254000" indent="63500" algn="l" defTabSz="2438400">
              <a:lnSpc>
                <a:spcPct val="90000"/>
              </a:lnSpc>
              <a:defRPr spc="-91" sz="9200">
                <a:solidFill>
                  <a:schemeClr val="accent1">
                    <a:satOff val="-9155"/>
                    <a:lumOff val="-32673"/>
                  </a:schemeClr>
                </a:solidFill>
                <a:latin typeface="+mn-lt"/>
                <a:ea typeface="+mn-ea"/>
                <a:cs typeface="+mn-cs"/>
                <a:sym typeface="Produkt Extralight"/>
              </a:defRPr>
            </a:lvl2pPr>
            <a:lvl3pPr marL="254000" indent="381000" algn="l" defTabSz="2438400">
              <a:lnSpc>
                <a:spcPct val="90000"/>
              </a:lnSpc>
              <a:defRPr spc="-91" sz="9200">
                <a:solidFill>
                  <a:schemeClr val="accent1">
                    <a:satOff val="-9155"/>
                    <a:lumOff val="-32673"/>
                  </a:schemeClr>
                </a:solidFill>
                <a:latin typeface="+mn-lt"/>
                <a:ea typeface="+mn-ea"/>
                <a:cs typeface="+mn-cs"/>
                <a:sym typeface="Produkt Extralight"/>
              </a:defRPr>
            </a:lvl3pPr>
            <a:lvl4pPr marL="254000" indent="698500" algn="l" defTabSz="2438400">
              <a:lnSpc>
                <a:spcPct val="90000"/>
              </a:lnSpc>
              <a:defRPr spc="-91" sz="9200">
                <a:solidFill>
                  <a:schemeClr val="accent1">
                    <a:satOff val="-9155"/>
                    <a:lumOff val="-32673"/>
                  </a:schemeClr>
                </a:solidFill>
                <a:latin typeface="+mn-lt"/>
                <a:ea typeface="+mn-ea"/>
                <a:cs typeface="+mn-cs"/>
                <a:sym typeface="Produkt Extralight"/>
              </a:defRPr>
            </a:lvl4pPr>
            <a:lvl5pPr marL="254000" indent="1016000" algn="l" defTabSz="2438400">
              <a:lnSpc>
                <a:spcPct val="90000"/>
              </a:lnSpc>
              <a:defRPr spc="-91" sz="9200">
                <a:solidFill>
                  <a:schemeClr val="accent1">
                    <a:satOff val="-9155"/>
                    <a:lumOff val="-32673"/>
                  </a:schemeClr>
                </a:solidFill>
                <a:latin typeface="+mn-lt"/>
                <a:ea typeface="+mn-ea"/>
                <a:cs typeface="+mn-cs"/>
                <a:sym typeface="Produkt Extralight"/>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xfrm>
            <a:off x="20648501" y="12303883"/>
            <a:ext cx="402464" cy="445390"/>
          </a:xfrm>
          <a:prstGeom prst="rect">
            <a:avLst/>
          </a:prstGeom>
        </p:spPr>
        <p:txBody>
          <a:bodyPr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lose-up of a curved, white, layered pattern"/>
          <p:cNvSpPr/>
          <p:nvPr>
            <p:ph type="pic" sz="quarter" idx="21"/>
          </p:nvPr>
        </p:nvSpPr>
        <p:spPr>
          <a:xfrm>
            <a:off x="3923109" y="4088619"/>
            <a:ext cx="5536407" cy="5538762"/>
          </a:xfrm>
          <a:prstGeom prst="rect">
            <a:avLst/>
          </a:prstGeom>
        </p:spPr>
        <p:txBody>
          <a:bodyPr lIns="91439" tIns="45719" rIns="91439" bIns="45719">
            <a:noAutofit/>
          </a:bodyPr>
          <a:lstStyle/>
          <a:p>
            <a:pPr/>
          </a:p>
        </p:txBody>
      </p:sp>
      <p:sp>
        <p:nvSpPr>
          <p:cNvPr id="145" name="Close-up of a layered pattern of grey stone"/>
          <p:cNvSpPr/>
          <p:nvPr>
            <p:ph type="pic" sz="quarter" idx="22"/>
          </p:nvPr>
        </p:nvSpPr>
        <p:spPr>
          <a:xfrm>
            <a:off x="8523356" y="4411265"/>
            <a:ext cx="7337288" cy="4893470"/>
          </a:xfrm>
          <a:prstGeom prst="rect">
            <a:avLst/>
          </a:prstGeom>
        </p:spPr>
        <p:txBody>
          <a:bodyPr lIns="91439" tIns="45719" rIns="91439" bIns="45719">
            <a:noAutofit/>
          </a:bodyPr>
          <a:lstStyle/>
          <a:p>
            <a:pPr/>
          </a:p>
        </p:txBody>
      </p:sp>
      <p:sp>
        <p:nvSpPr>
          <p:cNvPr id="146" name="Close-up of a white ribbed pattern"/>
          <p:cNvSpPr/>
          <p:nvPr>
            <p:ph type="pic" sz="quarter" idx="23"/>
          </p:nvPr>
        </p:nvSpPr>
        <p:spPr>
          <a:xfrm>
            <a:off x="14020776" y="4411265"/>
            <a:ext cx="7333782" cy="4893470"/>
          </a:xfrm>
          <a:prstGeom prst="rect">
            <a:avLst/>
          </a:prstGeom>
        </p:spPr>
        <p:txBody>
          <a:bodyPr lIns="91439" tIns="45719" rIns="91439" bIns="45719">
            <a:noAutofit/>
          </a:bodyPr>
          <a:lstStyle/>
          <a:p>
            <a:pPr/>
          </a:p>
        </p:txBody>
      </p:sp>
      <p:sp>
        <p:nvSpPr>
          <p:cNvPr id="147" name="Slide Number"/>
          <p:cNvSpPr txBox="1"/>
          <p:nvPr>
            <p:ph type="sldNum" sz="quarter" idx="2"/>
          </p:nvPr>
        </p:nvSpPr>
        <p:spPr>
          <a:xfrm>
            <a:off x="20648501" y="12303883"/>
            <a:ext cx="402464" cy="445390"/>
          </a:xfrm>
          <a:prstGeom prst="rect">
            <a:avLst/>
          </a:prstGeom>
        </p:spPr>
        <p:txBody>
          <a:bodyPr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Angular, futuristic, white corridor with shadows"/>
          <p:cNvSpPr/>
          <p:nvPr>
            <p:ph type="pic" idx="21"/>
          </p:nvPr>
        </p:nvSpPr>
        <p:spPr>
          <a:xfrm>
            <a:off x="1083468" y="0"/>
            <a:ext cx="22199204" cy="14799469"/>
          </a:xfrm>
          <a:prstGeom prst="rect">
            <a:avLst/>
          </a:prstGeom>
        </p:spPr>
        <p:txBody>
          <a:bodyPr lIns="91439" tIns="45719" rIns="91439" bIns="45719">
            <a:noAutofit/>
          </a:bodyPr>
          <a:lstStyle/>
          <a:p>
            <a:pPr/>
          </a:p>
        </p:txBody>
      </p:sp>
      <p:sp>
        <p:nvSpPr>
          <p:cNvPr id="155" name="Slide Number"/>
          <p:cNvSpPr txBox="1"/>
          <p:nvPr>
            <p:ph type="sldNum" sz="quarter" idx="2"/>
          </p:nvPr>
        </p:nvSpPr>
        <p:spPr>
          <a:xfrm>
            <a:off x="20648501" y="12303883"/>
            <a:ext cx="402464" cy="445390"/>
          </a:xfrm>
          <a:prstGeom prst="rect">
            <a:avLst/>
          </a:prstGeom>
        </p:spPr>
        <p:txBody>
          <a:bodyPr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xfrm>
            <a:off x="20648501" y="12303883"/>
            <a:ext cx="402464" cy="445390"/>
          </a:xfrm>
          <a:prstGeom prst="rect">
            <a:avLst/>
          </a:prstGeom>
        </p:spPr>
        <p:txBody>
          <a:bodyPr lIns="71437" tIns="71437" rIns="71437" bIns="71437" anchor="b"/>
          <a:lstStyle>
            <a:lvl1pPr algn="r" defTabSz="821531">
              <a:defRPr sz="1800">
                <a:solidFill>
                  <a:schemeClr val="accent1">
                    <a:satOff val="-9155"/>
                    <a:lumOff val="-32673"/>
                  </a:schemeClr>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Subtitle">
    <p:spTree>
      <p:nvGrpSpPr>
        <p:cNvPr id="1" name=""/>
        <p:cNvGrpSpPr/>
        <p:nvPr/>
      </p:nvGrpSpPr>
      <p:grpSpPr>
        <a:xfrm>
          <a:off x="0" y="0"/>
          <a:ext cx="0" cy="0"/>
          <a:chOff x="0" y="0"/>
          <a:chExt cx="0" cy="0"/>
        </a:xfrm>
      </p:grpSpPr>
      <p:sp>
        <p:nvSpPr>
          <p:cNvPr id="169" name="Title Text"/>
          <p:cNvSpPr txBox="1"/>
          <p:nvPr>
            <p:ph type="title"/>
          </p:nvPr>
        </p:nvSpPr>
        <p:spPr>
          <a:xfrm>
            <a:off x="4381499" y="3438525"/>
            <a:ext cx="15621003" cy="3486150"/>
          </a:xfrm>
          <a:prstGeom prst="rect">
            <a:avLst/>
          </a:prstGeom>
        </p:spPr>
        <p:txBody>
          <a:bodyPr lIns="38100" tIns="38100" rIns="38100" bIns="38100"/>
          <a:lstStyle>
            <a:lvl1pPr>
              <a:defRPr sz="10800"/>
            </a:lvl1pPr>
          </a:lstStyle>
          <a:p>
            <a:pPr/>
            <a:r>
              <a:t>Title Text</a:t>
            </a:r>
          </a:p>
        </p:txBody>
      </p:sp>
      <p:sp>
        <p:nvSpPr>
          <p:cNvPr id="170" name="Body Level One…"/>
          <p:cNvSpPr txBox="1"/>
          <p:nvPr>
            <p:ph type="body" sz="quarter" idx="1"/>
          </p:nvPr>
        </p:nvSpPr>
        <p:spPr>
          <a:xfrm>
            <a:off x="4381499" y="7019925"/>
            <a:ext cx="15621003" cy="1190626"/>
          </a:xfrm>
          <a:prstGeom prst="rect">
            <a:avLst/>
          </a:prstGeom>
        </p:spPr>
        <p:txBody>
          <a:bodyPr lIns="38100" tIns="38100" rIns="38100" bIns="38100"/>
          <a:lstStyle>
            <a:lvl1pPr>
              <a:defRPr sz="5200"/>
            </a:lvl1pPr>
            <a:lvl2pPr>
              <a:defRPr sz="5200"/>
            </a:lvl2pPr>
            <a:lvl3pPr>
              <a:defRPr sz="5200"/>
            </a:lvl3pPr>
            <a:lvl4pPr>
              <a:defRPr sz="5200"/>
            </a:lvl4pPr>
            <a:lvl5pPr>
              <a:defRPr sz="5200"/>
            </a:lvl5pPr>
          </a:lstStyle>
          <a:p>
            <a:pPr/>
            <a:r>
              <a:t>Body Level One</a:t>
            </a:r>
          </a:p>
          <a:p>
            <a:pPr lvl="1"/>
            <a:r>
              <a:t>Body Level Two</a:t>
            </a:r>
          </a:p>
          <a:p>
            <a:pPr lvl="2"/>
            <a:r>
              <a:t>Body Level Three</a:t>
            </a:r>
          </a:p>
          <a:p>
            <a:pPr lvl="3"/>
            <a:r>
              <a:t>Body Level Four</a:t>
            </a:r>
          </a:p>
          <a:p>
            <a:pPr lvl="4"/>
            <a:r>
              <a:t>Body Level Five</a:t>
            </a:r>
          </a:p>
        </p:txBody>
      </p:sp>
      <p:sp>
        <p:nvSpPr>
          <p:cNvPr id="171" name="Slide Number"/>
          <p:cNvSpPr txBox="1"/>
          <p:nvPr>
            <p:ph type="sldNum" sz="quarter" idx="2"/>
          </p:nvPr>
        </p:nvSpPr>
        <p:spPr>
          <a:xfrm>
            <a:off x="11987441" y="11525250"/>
            <a:ext cx="399593" cy="410996"/>
          </a:xfrm>
          <a:prstGeom prst="rect">
            <a:avLst/>
          </a:prstGeom>
        </p:spPr>
        <p:txBody>
          <a:bodyPr lIns="38100" tIns="38100" rIns="38100" bIns="38100"/>
          <a:lstStyle>
            <a:lvl1pPr>
              <a:defRPr sz="22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Subtitle">
    <p:spTree>
      <p:nvGrpSpPr>
        <p:cNvPr id="1" name=""/>
        <p:cNvGrpSpPr/>
        <p:nvPr/>
      </p:nvGrpSpPr>
      <p:grpSpPr>
        <a:xfrm>
          <a:off x="0" y="0"/>
          <a:ext cx="0" cy="0"/>
          <a:chOff x="0" y="0"/>
          <a:chExt cx="0" cy="0"/>
        </a:xfrm>
      </p:grpSpPr>
      <p:sp>
        <p:nvSpPr>
          <p:cNvPr id="178" name="Title Text"/>
          <p:cNvSpPr txBox="1"/>
          <p:nvPr>
            <p:ph type="title"/>
          </p:nvPr>
        </p:nvSpPr>
        <p:spPr>
          <a:prstGeom prst="rect">
            <a:avLst/>
          </a:prstGeom>
        </p:spPr>
        <p:txBody>
          <a:bodyPr/>
          <a:lstStyle/>
          <a:p>
            <a:pPr/>
            <a:r>
              <a:t>Title Text</a:t>
            </a:r>
          </a:p>
        </p:txBody>
      </p:sp>
      <p:sp>
        <p:nvSpPr>
          <p:cNvPr id="179" name="Body Level One…"/>
          <p:cNvSpPr txBox="1"/>
          <p:nvPr>
            <p:ph type="body" sz="quarter"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8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778000" y="2298700"/>
            <a:ext cx="20828000" cy="4648200"/>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a:r>
              <a:t>Title Text</a:t>
            </a:r>
          </a:p>
        </p:txBody>
      </p:sp>
      <p:sp>
        <p:nvSpPr>
          <p:cNvPr id="3" name="Body Level One…"/>
          <p:cNvSpPr txBox="1"/>
          <p:nvPr>
            <p:ph type="body" idx="1"/>
          </p:nvPr>
        </p:nvSpPr>
        <p:spPr>
          <a:xfrm>
            <a:off x="1778000" y="7073900"/>
            <a:ext cx="20828000" cy="1587500"/>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959031" y="13081000"/>
            <a:ext cx="453238" cy="461059"/>
          </a:xfrm>
          <a:prstGeom prst="rect">
            <a:avLst/>
          </a:prstGeom>
          <a:ln w="3175">
            <a:miter lim="400000"/>
          </a:ln>
        </p:spPr>
        <p:txBody>
          <a:bodyPr wrap="none" lIns="50800" tIns="50800" rIns="50800" bIns="50800">
            <a:spAutoFit/>
          </a:bodyPr>
          <a:lstStyle>
            <a:lvl1pPr algn="ctr" defTabSz="825500">
              <a:spcBef>
                <a:spcPts val="0"/>
              </a:spcBef>
              <a:defRPr sz="2400">
                <a:solidFill>
                  <a:srgbClr val="000000"/>
                </a:solidFill>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transition xmlns:p14="http://schemas.microsoft.com/office/powerpoint/2010/main" spd="med" advClick="1"/>
  <p:txStyles>
    <p:titleStyle>
      <a:lvl1pPr marL="0" marR="0" indent="0" algn="ctr" defTabSz="82550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1pPr>
      <a:lvl2pPr marL="0" marR="0" indent="0" algn="ctr" defTabSz="82550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2pPr>
      <a:lvl3pPr marL="0" marR="0" indent="0" algn="ctr" defTabSz="82550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3pPr>
      <a:lvl4pPr marL="0" marR="0" indent="0" algn="ctr" defTabSz="82550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4pPr>
      <a:lvl5pPr marL="0" marR="0" indent="0" algn="ctr" defTabSz="82550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5pPr>
      <a:lvl6pPr marL="0" marR="0" indent="0" algn="ctr" defTabSz="82550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6pPr>
      <a:lvl7pPr marL="0" marR="0" indent="0" algn="ctr" defTabSz="82550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7pPr>
      <a:lvl8pPr marL="0" marR="0" indent="0" algn="ctr" defTabSz="82550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8pPr>
      <a:lvl9pPr marL="0" marR="0" indent="0" algn="ctr" defTabSz="82550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9pPr>
    </p:titleStyle>
    <p:bodyStyle>
      <a:lvl1pPr marL="0" marR="0" indent="0" algn="ctr" defTabSz="825500" latinLnBrk="0">
        <a:lnSpc>
          <a:spcPct val="100000"/>
        </a:lnSpc>
        <a:spcBef>
          <a:spcPts val="0"/>
        </a:spcBef>
        <a:spcAft>
          <a:spcPts val="0"/>
        </a:spcAft>
        <a:buClrTx/>
        <a:buSzTx/>
        <a:buFontTx/>
        <a:buNone/>
        <a:tabLst/>
        <a:defRPr b="0" baseline="0" cap="none" i="0" spc="0" strike="noStrike" sz="5400" u="none">
          <a:solidFill>
            <a:srgbClr val="000000"/>
          </a:solidFill>
          <a:uFillTx/>
          <a:latin typeface="Helvetica Neue"/>
          <a:ea typeface="Helvetica Neue"/>
          <a:cs typeface="Helvetica Neue"/>
          <a:sym typeface="Helvetica Neue"/>
        </a:defRPr>
      </a:lvl1pPr>
      <a:lvl2pPr marL="0" marR="0" indent="0" algn="ctr" defTabSz="825500" latinLnBrk="0">
        <a:lnSpc>
          <a:spcPct val="100000"/>
        </a:lnSpc>
        <a:spcBef>
          <a:spcPts val="0"/>
        </a:spcBef>
        <a:spcAft>
          <a:spcPts val="0"/>
        </a:spcAft>
        <a:buClrTx/>
        <a:buSzTx/>
        <a:buFontTx/>
        <a:buNone/>
        <a:tabLst/>
        <a:defRPr b="0" baseline="0" cap="none" i="0" spc="0" strike="noStrike" sz="5400" u="none">
          <a:solidFill>
            <a:srgbClr val="000000"/>
          </a:solidFill>
          <a:uFillTx/>
          <a:latin typeface="Helvetica Neue"/>
          <a:ea typeface="Helvetica Neue"/>
          <a:cs typeface="Helvetica Neue"/>
          <a:sym typeface="Helvetica Neue"/>
        </a:defRPr>
      </a:lvl2pPr>
      <a:lvl3pPr marL="0" marR="0" indent="0" algn="ctr" defTabSz="825500" latinLnBrk="0">
        <a:lnSpc>
          <a:spcPct val="100000"/>
        </a:lnSpc>
        <a:spcBef>
          <a:spcPts val="0"/>
        </a:spcBef>
        <a:spcAft>
          <a:spcPts val="0"/>
        </a:spcAft>
        <a:buClrTx/>
        <a:buSzTx/>
        <a:buFontTx/>
        <a:buNone/>
        <a:tabLst/>
        <a:defRPr b="0" baseline="0" cap="none" i="0" spc="0" strike="noStrike" sz="5400" u="none">
          <a:solidFill>
            <a:srgbClr val="000000"/>
          </a:solidFill>
          <a:uFillTx/>
          <a:latin typeface="Helvetica Neue"/>
          <a:ea typeface="Helvetica Neue"/>
          <a:cs typeface="Helvetica Neue"/>
          <a:sym typeface="Helvetica Neue"/>
        </a:defRPr>
      </a:lvl3pPr>
      <a:lvl4pPr marL="0" marR="0" indent="0" algn="ctr" defTabSz="825500" latinLnBrk="0">
        <a:lnSpc>
          <a:spcPct val="100000"/>
        </a:lnSpc>
        <a:spcBef>
          <a:spcPts val="0"/>
        </a:spcBef>
        <a:spcAft>
          <a:spcPts val="0"/>
        </a:spcAft>
        <a:buClrTx/>
        <a:buSzTx/>
        <a:buFontTx/>
        <a:buNone/>
        <a:tabLst/>
        <a:defRPr b="0" baseline="0" cap="none" i="0" spc="0" strike="noStrike" sz="5400" u="none">
          <a:solidFill>
            <a:srgbClr val="000000"/>
          </a:solidFill>
          <a:uFillTx/>
          <a:latin typeface="Helvetica Neue"/>
          <a:ea typeface="Helvetica Neue"/>
          <a:cs typeface="Helvetica Neue"/>
          <a:sym typeface="Helvetica Neue"/>
        </a:defRPr>
      </a:lvl4pPr>
      <a:lvl5pPr marL="0" marR="0" indent="0" algn="ctr" defTabSz="825500" latinLnBrk="0">
        <a:lnSpc>
          <a:spcPct val="100000"/>
        </a:lnSpc>
        <a:spcBef>
          <a:spcPts val="0"/>
        </a:spcBef>
        <a:spcAft>
          <a:spcPts val="0"/>
        </a:spcAft>
        <a:buClrTx/>
        <a:buSzTx/>
        <a:buFontTx/>
        <a:buNone/>
        <a:tabLst/>
        <a:defRPr b="0" baseline="0" cap="none" i="0" spc="0" strike="noStrike" sz="5400" u="none">
          <a:solidFill>
            <a:srgbClr val="000000"/>
          </a:solidFill>
          <a:uFillTx/>
          <a:latin typeface="Helvetica Neue"/>
          <a:ea typeface="Helvetica Neue"/>
          <a:cs typeface="Helvetica Neue"/>
          <a:sym typeface="Helvetica Neue"/>
        </a:defRPr>
      </a:lvl5pPr>
      <a:lvl6pPr marL="0" marR="0" indent="355600" algn="ctr" defTabSz="825500" latinLnBrk="0">
        <a:lnSpc>
          <a:spcPct val="100000"/>
        </a:lnSpc>
        <a:spcBef>
          <a:spcPts val="0"/>
        </a:spcBef>
        <a:spcAft>
          <a:spcPts val="0"/>
        </a:spcAft>
        <a:buClrTx/>
        <a:buSzTx/>
        <a:buFontTx/>
        <a:buNone/>
        <a:tabLst/>
        <a:defRPr b="0" baseline="0" cap="none" i="0" spc="0" strike="noStrike" sz="5400" u="none">
          <a:solidFill>
            <a:srgbClr val="000000"/>
          </a:solidFill>
          <a:uFillTx/>
          <a:latin typeface="Helvetica Neue"/>
          <a:ea typeface="Helvetica Neue"/>
          <a:cs typeface="Helvetica Neue"/>
          <a:sym typeface="Helvetica Neue"/>
        </a:defRPr>
      </a:lvl6pPr>
      <a:lvl7pPr marL="0" marR="0" indent="711200" algn="ctr" defTabSz="825500" latinLnBrk="0">
        <a:lnSpc>
          <a:spcPct val="100000"/>
        </a:lnSpc>
        <a:spcBef>
          <a:spcPts val="0"/>
        </a:spcBef>
        <a:spcAft>
          <a:spcPts val="0"/>
        </a:spcAft>
        <a:buClrTx/>
        <a:buSzTx/>
        <a:buFontTx/>
        <a:buNone/>
        <a:tabLst/>
        <a:defRPr b="0" baseline="0" cap="none" i="0" spc="0" strike="noStrike" sz="5400" u="none">
          <a:solidFill>
            <a:srgbClr val="000000"/>
          </a:solidFill>
          <a:uFillTx/>
          <a:latin typeface="Helvetica Neue"/>
          <a:ea typeface="Helvetica Neue"/>
          <a:cs typeface="Helvetica Neue"/>
          <a:sym typeface="Helvetica Neue"/>
        </a:defRPr>
      </a:lvl7pPr>
      <a:lvl8pPr marL="0" marR="0" indent="1066800" algn="ctr" defTabSz="825500" latinLnBrk="0">
        <a:lnSpc>
          <a:spcPct val="100000"/>
        </a:lnSpc>
        <a:spcBef>
          <a:spcPts val="0"/>
        </a:spcBef>
        <a:spcAft>
          <a:spcPts val="0"/>
        </a:spcAft>
        <a:buClrTx/>
        <a:buSzTx/>
        <a:buFontTx/>
        <a:buNone/>
        <a:tabLst/>
        <a:defRPr b="0" baseline="0" cap="none" i="0" spc="0" strike="noStrike" sz="5400" u="none">
          <a:solidFill>
            <a:srgbClr val="000000"/>
          </a:solidFill>
          <a:uFillTx/>
          <a:latin typeface="Helvetica Neue"/>
          <a:ea typeface="Helvetica Neue"/>
          <a:cs typeface="Helvetica Neue"/>
          <a:sym typeface="Helvetica Neue"/>
        </a:defRPr>
      </a:lvl8pPr>
      <a:lvl9pPr marL="0" marR="0" indent="1422400" algn="ctr" defTabSz="825500" latinLnBrk="0">
        <a:lnSpc>
          <a:spcPct val="100000"/>
        </a:lnSpc>
        <a:spcBef>
          <a:spcPts val="0"/>
        </a:spcBef>
        <a:spcAft>
          <a:spcPts val="0"/>
        </a:spcAft>
        <a:buClrTx/>
        <a:buSzTx/>
        <a:buFontTx/>
        <a:buNone/>
        <a:tabLst/>
        <a:defRPr b="0" baseline="0" cap="none" i="0" spc="0" strike="noStrike" sz="5400" u="none">
          <a:solidFill>
            <a:srgbClr val="000000"/>
          </a:solidFill>
          <a:uFillTx/>
          <a:latin typeface="Helvetica Neue"/>
          <a:ea typeface="Helvetica Neue"/>
          <a:cs typeface="Helvetica Neue"/>
          <a:sym typeface="Helvetica Neue"/>
        </a:defRPr>
      </a:lvl9pPr>
    </p:bodyStyle>
    <p:otherStyle>
      <a:lvl1pPr marL="0" marR="0" indent="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1pPr>
      <a:lvl2pPr marL="0" marR="0" indent="2286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2pPr>
      <a:lvl3pPr marL="0" marR="0" indent="4572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3pPr>
      <a:lvl4pPr marL="0" marR="0" indent="6858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4pPr>
      <a:lvl5pPr marL="0" marR="0" indent="9144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5pPr>
      <a:lvl6pPr marL="0" marR="0" indent="11430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6pPr>
      <a:lvl7pPr marL="0" marR="0" indent="13716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7pPr>
      <a:lvl8pPr marL="0" marR="0" indent="16002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8pPr>
      <a:lvl9pPr marL="0" marR="0" indent="18288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youtube.com/live/ufiV8sV55Ew?t=7305s" TargetMode="External"/><Relationship Id="rId3"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peg"/><Relationship Id="rId3" Type="http://schemas.openxmlformats.org/officeDocument/2006/relationships/hyperlink" Target="mailto:business@nilenso.com" TargetMode="External"/><Relationship Id="rId4" Type="http://schemas.openxmlformats.org/officeDocument/2006/relationships/hyperlink" Target="http://blog.nilenso.com/" TargetMode="External"/><Relationship Id="rId5" Type="http://schemas.openxmlformats.org/officeDocument/2006/relationships/hyperlink" Target="https://nilenso.com/work" TargetMode="External"/><Relationship Id="rId6" Type="http://schemas.openxmlformats.org/officeDocument/2006/relationships/hyperlink" Target="https://nilenso.com/talks"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9" name="Nilenso_Logo_Secondary_Black.jpg" descr="Nilenso_Logo_Secondary_Black.jpg"/>
          <p:cNvPicPr>
            <a:picLocks noChangeAspect="1"/>
          </p:cNvPicPr>
          <p:nvPr/>
        </p:nvPicPr>
        <p:blipFill>
          <a:blip r:embed="rId2">
            <a:extLst/>
          </a:blip>
          <a:stretch>
            <a:fillRect/>
          </a:stretch>
        </p:blipFill>
        <p:spPr>
          <a:xfrm>
            <a:off x="-163544" y="-92669"/>
            <a:ext cx="24711088" cy="13901338"/>
          </a:xfrm>
          <a:prstGeom prst="rect">
            <a:avLst/>
          </a:prstGeom>
          <a:ln w="3175">
            <a:miter lim="400000"/>
          </a:ln>
        </p:spPr>
      </p:pic>
      <p:sp>
        <p:nvSpPr>
          <p:cNvPr id="190" name="a quick showcase"/>
          <p:cNvSpPr txBox="1"/>
          <p:nvPr/>
        </p:nvSpPr>
        <p:spPr>
          <a:xfrm>
            <a:off x="10318038" y="8351521"/>
            <a:ext cx="3747924" cy="670558"/>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defTabSz="825500">
              <a:spcBef>
                <a:spcPts val="0"/>
              </a:spcBef>
              <a:defRPr sz="3200">
                <a:solidFill>
                  <a:srgbClr val="FFFFFF"/>
                </a:solidFill>
                <a:latin typeface="Poppins Regular"/>
                <a:ea typeface="Poppins Regular"/>
                <a:cs typeface="Poppins Regular"/>
                <a:sym typeface="Poppins Regular"/>
              </a:defRPr>
            </a:lvl1pPr>
          </a:lstStyle>
          <a:p>
            <a:pPr/>
            <a:r>
              <a:t>a quick showcase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We are a 13 year old product and engineering consultancy with a track record of delivering outcomes.…"/>
          <p:cNvSpPr txBox="1"/>
          <p:nvPr/>
        </p:nvSpPr>
        <p:spPr>
          <a:xfrm>
            <a:off x="1675485" y="2051564"/>
            <a:ext cx="21005158" cy="2693034"/>
          </a:xfrm>
          <a:prstGeom prst="rect">
            <a:avLst/>
          </a:prstGeom>
          <a:ln w="3175">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defTabSz="457200">
              <a:spcBef>
                <a:spcPts val="1200"/>
              </a:spcBef>
              <a:defRPr sz="3200">
                <a:latin typeface="Poppins Regular"/>
                <a:ea typeface="Poppins Regular"/>
                <a:cs typeface="Poppins Regular"/>
                <a:sym typeface="Poppins Regular"/>
              </a:defRPr>
            </a:pPr>
            <a:r>
              <a:rPr>
                <a:solidFill>
                  <a:srgbClr val="000000"/>
                </a:solidFill>
              </a:rPr>
              <a:t>We are a 13 year old product and engineering consultancy with a track record of delivering outcomes.</a:t>
            </a:r>
            <a:endParaRPr>
              <a:solidFill>
                <a:srgbClr val="000000"/>
              </a:solidFill>
            </a:endParaRPr>
          </a:p>
          <a:p>
            <a:pPr defTabSz="457200">
              <a:spcBef>
                <a:spcPts val="1200"/>
              </a:spcBef>
              <a:defRPr sz="3200">
                <a:latin typeface="Poppins Regular"/>
                <a:ea typeface="Poppins Regular"/>
                <a:cs typeface="Poppins Regular"/>
                <a:sym typeface="Poppins Regular"/>
              </a:defRPr>
            </a:pPr>
            <a:r>
              <a:rPr>
                <a:solidFill>
                  <a:srgbClr val="000000"/>
                </a:solidFill>
              </a:rPr>
              <a:t>We are trusted by CEOs and CTOs of companies such as Gojek, Porter, Exotel, Flipkart, Staples, Blinkit (now with Zomato), Dunzo, Paytm Insider, PayU, Juspay and more. We build core systems the business depends on, designed to scale and stand the test of time.</a:t>
            </a:r>
          </a:p>
        </p:txBody>
      </p:sp>
      <p:sp>
        <p:nvSpPr>
          <p:cNvPr id="193" name="About us"/>
          <p:cNvSpPr txBox="1"/>
          <p:nvPr/>
        </p:nvSpPr>
        <p:spPr>
          <a:xfrm>
            <a:off x="1675485" y="621146"/>
            <a:ext cx="3709316" cy="1226816"/>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825500">
              <a:spcBef>
                <a:spcPts val="0"/>
              </a:spcBef>
              <a:defRPr sz="6400">
                <a:solidFill>
                  <a:srgbClr val="000000"/>
                </a:solidFill>
                <a:latin typeface="Poppins Regular"/>
                <a:ea typeface="Poppins Regular"/>
                <a:cs typeface="Poppins Regular"/>
                <a:sym typeface="Poppins Regular"/>
              </a:defRPr>
            </a:lvl1pPr>
          </a:lstStyle>
          <a:p>
            <a:pPr/>
            <a:r>
              <a:t>About us</a:t>
            </a:r>
          </a:p>
        </p:txBody>
      </p:sp>
      <p:pic>
        <p:nvPicPr>
          <p:cNvPr id="194" name="pasted-movie.png" descr="pasted-movie.png"/>
          <p:cNvPicPr>
            <a:picLocks noChangeAspect="1"/>
          </p:cNvPicPr>
          <p:nvPr/>
        </p:nvPicPr>
        <p:blipFill>
          <a:blip r:embed="rId2">
            <a:extLst/>
          </a:blip>
          <a:srcRect l="0" t="0" r="0" b="18769"/>
          <a:stretch>
            <a:fillRect/>
          </a:stretch>
        </p:blipFill>
        <p:spPr>
          <a:xfrm>
            <a:off x="2109656" y="4948200"/>
            <a:ext cx="19524419" cy="8146761"/>
          </a:xfrm>
          <a:prstGeom prst="rect">
            <a:avLst/>
          </a:prstGeom>
          <a:ln w="3175">
            <a:miter lim="400000"/>
          </a:ln>
        </p:spPr>
      </p:pic>
      <p:sp>
        <p:nvSpPr>
          <p:cNvPr id="195" name="Rectangle"/>
          <p:cNvSpPr/>
          <p:nvPr/>
        </p:nvSpPr>
        <p:spPr>
          <a:xfrm>
            <a:off x="14490700" y="5411561"/>
            <a:ext cx="2516436" cy="1270001"/>
          </a:xfrm>
          <a:prstGeom prst="rect">
            <a:avLst/>
          </a:prstGeom>
          <a:solidFill>
            <a:srgbClr val="FFFFFF"/>
          </a:solidFill>
          <a:ln w="3175">
            <a:miter lim="400000"/>
          </a:ln>
        </p:spPr>
        <p:txBody>
          <a:bodyPr lIns="71437" tIns="71437" rIns="71437" bIns="71437" anchor="ctr"/>
          <a:lstStyle/>
          <a:p>
            <a:pPr algn="ctr" defTabSz="1160859">
              <a:spcBef>
                <a:spcPts val="0"/>
              </a:spcBef>
              <a:defRPr sz="4400">
                <a:solidFill>
                  <a:srgbClr val="FFFFFF"/>
                </a:solidFill>
              </a:defRPr>
            </a:pPr>
          </a:p>
        </p:txBody>
      </p:sp>
      <p:pic>
        <p:nvPicPr>
          <p:cNvPr id="196" name="pasted-movie.png" descr="pasted-movie.png"/>
          <p:cNvPicPr>
            <a:picLocks noChangeAspect="1"/>
          </p:cNvPicPr>
          <p:nvPr/>
        </p:nvPicPr>
        <p:blipFill>
          <a:blip r:embed="rId3">
            <a:extLst/>
          </a:blip>
          <a:stretch>
            <a:fillRect/>
          </a:stretch>
        </p:blipFill>
        <p:spPr>
          <a:xfrm>
            <a:off x="14718124" y="5523714"/>
            <a:ext cx="2061587" cy="541285"/>
          </a:xfrm>
          <a:prstGeom prst="rect">
            <a:avLst/>
          </a:prstGeom>
          <a:ln w="3175">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Rectangle"/>
          <p:cNvSpPr/>
          <p:nvPr/>
        </p:nvSpPr>
        <p:spPr>
          <a:xfrm>
            <a:off x="14490700" y="5411561"/>
            <a:ext cx="2516436" cy="1270001"/>
          </a:xfrm>
          <a:prstGeom prst="rect">
            <a:avLst/>
          </a:prstGeom>
          <a:solidFill>
            <a:srgbClr val="FFFFFF"/>
          </a:solidFill>
          <a:ln w="3175">
            <a:miter lim="400000"/>
          </a:ln>
        </p:spPr>
        <p:txBody>
          <a:bodyPr lIns="71437" tIns="71437" rIns="71437" bIns="71437" anchor="ctr"/>
          <a:lstStyle/>
          <a:p>
            <a:pPr algn="ctr" defTabSz="1160859">
              <a:spcBef>
                <a:spcPts val="0"/>
              </a:spcBef>
              <a:defRPr sz="4400">
                <a:solidFill>
                  <a:srgbClr val="FFFFFF"/>
                </a:solidFill>
              </a:defRPr>
            </a:pPr>
          </a:p>
        </p:txBody>
      </p:sp>
      <p:pic>
        <p:nvPicPr>
          <p:cNvPr id="199" name="pasted-movie.png" descr="pasted-movie.png"/>
          <p:cNvPicPr>
            <a:picLocks noChangeAspect="1"/>
          </p:cNvPicPr>
          <p:nvPr/>
        </p:nvPicPr>
        <p:blipFill>
          <a:blip r:embed="rId2">
            <a:extLst/>
          </a:blip>
          <a:srcRect l="0" t="17418" r="0" b="0"/>
          <a:stretch>
            <a:fillRect/>
          </a:stretch>
        </p:blipFill>
        <p:spPr>
          <a:xfrm>
            <a:off x="850102" y="4653398"/>
            <a:ext cx="22952321" cy="5794891"/>
          </a:xfrm>
          <a:prstGeom prst="rect">
            <a:avLst/>
          </a:prstGeom>
          <a:ln w="3175">
            <a:miter lim="400000"/>
          </a:ln>
        </p:spPr>
      </p:pic>
      <p:sp>
        <p:nvSpPr>
          <p:cNvPr id="200" name="✨ Featured"/>
          <p:cNvSpPr txBox="1"/>
          <p:nvPr/>
        </p:nvSpPr>
        <p:spPr>
          <a:xfrm>
            <a:off x="1738985" y="2195946"/>
            <a:ext cx="4779773" cy="1226816"/>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825500">
              <a:spcBef>
                <a:spcPts val="0"/>
              </a:spcBef>
              <a:defRPr sz="6400">
                <a:solidFill>
                  <a:srgbClr val="000000"/>
                </a:solidFill>
                <a:latin typeface="Poppins Regular"/>
                <a:ea typeface="Poppins Regular"/>
                <a:cs typeface="Poppins Regular"/>
                <a:sym typeface="Poppins Regular"/>
              </a:defRPr>
            </a:lvl1pPr>
          </a:lstStyle>
          <a:p>
            <a:pPr/>
            <a:r>
              <a:t>✨ Featured</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Rather than a holistic overview of our repertoire,…"/>
          <p:cNvSpPr txBox="1"/>
          <p:nvPr/>
        </p:nvSpPr>
        <p:spPr>
          <a:xfrm>
            <a:off x="1689421" y="7006700"/>
            <a:ext cx="21005158" cy="1473834"/>
          </a:xfrm>
          <a:prstGeom prst="rect">
            <a:avLst/>
          </a:prstGeom>
          <a:ln w="3175">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lvl="1" algn="ctr" defTabSz="457200">
              <a:spcBef>
                <a:spcPts val="1200"/>
              </a:spcBef>
              <a:defRPr sz="3200">
                <a:latin typeface="Poppins Regular"/>
                <a:ea typeface="Poppins Regular"/>
                <a:cs typeface="Poppins Regular"/>
                <a:sym typeface="Poppins Regular"/>
              </a:defRPr>
            </a:pPr>
            <a:r>
              <a:t>Rather than a holistic overview of our repertoire, </a:t>
            </a:r>
          </a:p>
          <a:p>
            <a:pPr lvl="1" algn="ctr" defTabSz="457200">
              <a:spcBef>
                <a:spcPts val="1200"/>
              </a:spcBef>
              <a:defRPr sz="3200">
                <a:latin typeface="Poppins Regular"/>
                <a:ea typeface="Poppins Regular"/>
                <a:cs typeface="Poppins Regular"/>
                <a:sym typeface="Poppins Regular"/>
              </a:defRPr>
            </a:pPr>
            <a:r>
              <a:t>we present examples from our </a:t>
            </a:r>
            <a:r>
              <a:rPr>
                <a:solidFill>
                  <a:srgbClr val="F8337D"/>
                </a:solidFill>
              </a:rPr>
              <a:t>recent</a:t>
            </a:r>
            <a:r>
              <a:t> and </a:t>
            </a:r>
            <a:r>
              <a:rPr>
                <a:solidFill>
                  <a:srgbClr val="F8337D"/>
                </a:solidFill>
              </a:rPr>
              <a:t>relevant</a:t>
            </a:r>
            <a:r>
              <a:t> work.</a:t>
            </a:r>
          </a:p>
        </p:txBody>
      </p:sp>
      <p:sp>
        <p:nvSpPr>
          <p:cNvPr id="203" name="A tailored deck"/>
          <p:cNvSpPr txBox="1"/>
          <p:nvPr/>
        </p:nvSpPr>
        <p:spPr>
          <a:xfrm>
            <a:off x="9100261" y="5433154"/>
            <a:ext cx="6183478" cy="1226816"/>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825500">
              <a:spcBef>
                <a:spcPts val="0"/>
              </a:spcBef>
              <a:defRPr sz="6400">
                <a:solidFill>
                  <a:srgbClr val="000000"/>
                </a:solidFill>
                <a:latin typeface="Poppins Regular"/>
                <a:ea typeface="Poppins Regular"/>
                <a:cs typeface="Poppins Regular"/>
                <a:sym typeface="Poppins Regular"/>
              </a:defRPr>
            </a:lvl1pPr>
          </a:lstStyle>
          <a:p>
            <a:pPr/>
            <a:r>
              <a:t>A tailored deck</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Built and shipped STS voice bots…"/>
          <p:cNvSpPr txBox="1"/>
          <p:nvPr/>
        </p:nvSpPr>
        <p:spPr>
          <a:xfrm>
            <a:off x="892586" y="3910688"/>
            <a:ext cx="10153338" cy="7215424"/>
          </a:xfrm>
          <a:prstGeom prst="rect">
            <a:avLst/>
          </a:prstGeom>
          <a:ln w="3175">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defTabSz="457200">
              <a:spcBef>
                <a:spcPts val="1400"/>
              </a:spcBef>
              <a:defRPr sz="3200">
                <a:solidFill>
                  <a:srgbClr val="F8337D"/>
                </a:solidFill>
                <a:latin typeface="Poppins Regular"/>
                <a:ea typeface="Poppins Regular"/>
                <a:cs typeface="Poppins Regular"/>
                <a:sym typeface="Poppins Regular"/>
              </a:defRPr>
            </a:pPr>
            <a:r>
              <a:t>Built and shipped STS voice bots</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Using Gemini and Pipecat</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Evaluated and benchmarked ASR models across languages and dialects</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Introduced data-driven eval process</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Improved call containment by 10%</a:t>
            </a:r>
          </a:p>
          <a:p>
            <a:pPr defTabSz="457200">
              <a:spcBef>
                <a:spcPts val="1400"/>
              </a:spcBef>
              <a:defRPr sz="3200">
                <a:latin typeface="Poppins Bold"/>
                <a:ea typeface="Poppins Bold"/>
                <a:cs typeface="Poppins Bold"/>
                <a:sym typeface="Poppins Bold"/>
              </a:defRPr>
            </a:pPr>
          </a:p>
          <a:p>
            <a:pPr defTabSz="457200">
              <a:spcBef>
                <a:spcPts val="1400"/>
              </a:spcBef>
              <a:defRPr sz="3200">
                <a:solidFill>
                  <a:srgbClr val="F8337D"/>
                </a:solidFill>
                <a:latin typeface="Poppins Regular"/>
                <a:ea typeface="Poppins Regular"/>
                <a:cs typeface="Poppins Regular"/>
                <a:sym typeface="Poppins Regular"/>
              </a:defRPr>
            </a:pPr>
            <a:r>
              <a:t>Production hardening at scale</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250x API speedup</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Fixed 20-40% duplicate analysis bug</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10x query optimization, added observability</a:t>
            </a:r>
          </a:p>
        </p:txBody>
      </p:sp>
      <p:sp>
        <p:nvSpPr>
          <p:cNvPr id="206" name="Cloud telephony platform"/>
          <p:cNvSpPr txBox="1"/>
          <p:nvPr/>
        </p:nvSpPr>
        <p:spPr>
          <a:xfrm>
            <a:off x="981426" y="882386"/>
            <a:ext cx="10600868" cy="1268091"/>
          </a:xfrm>
          <a:prstGeom prst="rect">
            <a:avLst/>
          </a:prstGeom>
          <a:ln w="3175">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defRPr sz="6400">
                <a:solidFill>
                  <a:srgbClr val="000000"/>
                </a:solidFill>
                <a:latin typeface="Poppins Regular"/>
                <a:ea typeface="Poppins Regular"/>
                <a:cs typeface="Poppins Regular"/>
                <a:sym typeface="Poppins Regular"/>
              </a:defRPr>
            </a:lvl1pPr>
          </a:lstStyle>
          <a:p>
            <a:pPr/>
            <a:r>
              <a:t>Cloud telephony platform</a:t>
            </a:r>
          </a:p>
        </p:txBody>
      </p:sp>
      <p:sp>
        <p:nvSpPr>
          <p:cNvPr id="207" name="Built CQA platform from zero to production…"/>
          <p:cNvSpPr txBox="1"/>
          <p:nvPr/>
        </p:nvSpPr>
        <p:spPr>
          <a:xfrm>
            <a:off x="12312448" y="3910688"/>
            <a:ext cx="11178966" cy="5513624"/>
          </a:xfrm>
          <a:prstGeom prst="rect">
            <a:avLst/>
          </a:prstGeom>
          <a:ln w="3175">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defTabSz="457200">
              <a:spcBef>
                <a:spcPts val="1400"/>
              </a:spcBef>
              <a:defRPr sz="3200">
                <a:solidFill>
                  <a:srgbClr val="F8337D"/>
                </a:solidFill>
                <a:latin typeface="Poppins Regular"/>
                <a:ea typeface="Poppins Regular"/>
                <a:cs typeface="Poppins Regular"/>
                <a:sym typeface="Poppins Regular"/>
              </a:defRPr>
            </a:pPr>
            <a:r>
              <a:t>Built CQA platform from zero to production</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Multi-tenant (200+ schemas)</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50k calls/day for their largest enterprise customer</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10M rows/day real-time CDC pipeline</a:t>
            </a:r>
          </a:p>
          <a:p>
            <a:pPr defTabSz="457200">
              <a:spcBef>
                <a:spcPts val="1400"/>
              </a:spcBef>
              <a:defRPr sz="3200">
                <a:solidFill>
                  <a:srgbClr val="F8337D"/>
                </a:solidFill>
                <a:latin typeface="Poppins Regular"/>
                <a:ea typeface="Poppins Regular"/>
                <a:cs typeface="Poppins Regular"/>
                <a:sym typeface="Poppins Regular"/>
              </a:defRPr>
            </a:pPr>
          </a:p>
          <a:p>
            <a:pPr defTabSz="457200">
              <a:spcBef>
                <a:spcPts val="1400"/>
              </a:spcBef>
              <a:defRPr sz="3200">
                <a:solidFill>
                  <a:srgbClr val="F8337D"/>
                </a:solidFill>
                <a:latin typeface="Poppins Regular"/>
                <a:ea typeface="Poppins Regular"/>
                <a:cs typeface="Poppins Regular"/>
                <a:sym typeface="Poppins Regular"/>
              </a:defRPr>
            </a:pPr>
            <a:r>
              <a:t>Led architecture across multiple teams</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Introduced documentation practices and engineering rigour</a:t>
            </a:r>
          </a:p>
        </p:txBody>
      </p:sp>
      <p:sp>
        <p:nvSpPr>
          <p:cNvPr id="208" name="AI Powered Voice and Conversation Quality Analytics (CQA) platform"/>
          <p:cNvSpPr txBox="1"/>
          <p:nvPr/>
        </p:nvSpPr>
        <p:spPr>
          <a:xfrm>
            <a:off x="698995" y="2037947"/>
            <a:ext cx="14552804" cy="711834"/>
          </a:xfrm>
          <a:prstGeom prst="rect">
            <a:avLst/>
          </a:prstGeom>
          <a:ln w="3175">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lvl="1" defTabSz="457200">
              <a:spcBef>
                <a:spcPts val="1200"/>
              </a:spcBef>
              <a:defRPr i="1" sz="3200">
                <a:solidFill>
                  <a:srgbClr val="929292"/>
                </a:solidFill>
                <a:latin typeface="Poppins Regular"/>
                <a:ea typeface="Poppins Regular"/>
                <a:cs typeface="Poppins Regular"/>
                <a:sym typeface="Poppins Regular"/>
              </a:defRPr>
            </a:pPr>
            <a:r>
              <a:t>AI Powered Voice and Conversation Quality Analytics (CQA) platform</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Shipped to production…"/>
          <p:cNvSpPr txBox="1"/>
          <p:nvPr/>
        </p:nvSpPr>
        <p:spPr>
          <a:xfrm>
            <a:off x="1131904" y="3669189"/>
            <a:ext cx="10153338" cy="8358425"/>
          </a:xfrm>
          <a:prstGeom prst="rect">
            <a:avLst/>
          </a:prstGeom>
          <a:ln w="3175">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defTabSz="457200">
              <a:spcBef>
                <a:spcPts val="1400"/>
              </a:spcBef>
              <a:defRPr sz="3200">
                <a:solidFill>
                  <a:srgbClr val="F8337D"/>
                </a:solidFill>
                <a:latin typeface="Poppins Regular"/>
                <a:ea typeface="Poppins Regular"/>
                <a:cs typeface="Poppins Regular"/>
                <a:sym typeface="Poppins Regular"/>
              </a:defRPr>
            </a:pPr>
            <a:r>
              <a:t>Shipped to production</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Demo in 1 day</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Live calls with 1,000 internal users in 2 months</a:t>
            </a:r>
          </a:p>
          <a:p>
            <a:pPr defTabSz="457200">
              <a:spcBef>
                <a:spcPts val="1400"/>
              </a:spcBef>
              <a:defRPr sz="3200">
                <a:solidFill>
                  <a:srgbClr val="F8337D"/>
                </a:solidFill>
                <a:latin typeface="Poppins Regular"/>
                <a:ea typeface="Poppins Regular"/>
                <a:cs typeface="Poppins Regular"/>
                <a:sym typeface="Poppins Regular"/>
              </a:defRPr>
            </a:pPr>
          </a:p>
          <a:p>
            <a:pPr defTabSz="457200">
              <a:spcBef>
                <a:spcPts val="1400"/>
              </a:spcBef>
              <a:defRPr sz="3200">
                <a:solidFill>
                  <a:srgbClr val="F8337D"/>
                </a:solidFill>
                <a:latin typeface="Poppins Regular"/>
                <a:ea typeface="Poppins Regular"/>
                <a:cs typeface="Poppins Regular"/>
                <a:sym typeface="Poppins Regular"/>
              </a:defRPr>
            </a:pPr>
            <a:r>
              <a:t>Owned full voice backend</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real-time bidirectional audio streaming</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VAD, barge-in</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end-of-speech detection</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multilingual transcription</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intent classification</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live and post-call summarization</a:t>
            </a:r>
          </a:p>
          <a:p>
            <a:pPr defTabSz="457200">
              <a:spcBef>
                <a:spcPts val="0"/>
              </a:spcBef>
              <a:defRPr sz="3200">
                <a:latin typeface="Poppins Regular"/>
                <a:ea typeface="Poppins Regular"/>
                <a:cs typeface="Poppins Regular"/>
                <a:sym typeface="Poppins Regular"/>
              </a:defRPr>
            </a:pPr>
            <a:br/>
          </a:p>
        </p:txBody>
      </p:sp>
      <p:sp>
        <p:nvSpPr>
          <p:cNvPr id="211" name="AI Voice Assistant"/>
          <p:cNvSpPr txBox="1"/>
          <p:nvPr/>
        </p:nvSpPr>
        <p:spPr>
          <a:xfrm>
            <a:off x="1019526" y="780786"/>
            <a:ext cx="7286270" cy="1268091"/>
          </a:xfrm>
          <a:prstGeom prst="rect">
            <a:avLst/>
          </a:prstGeom>
          <a:ln w="3175">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defRPr sz="6400">
                <a:solidFill>
                  <a:srgbClr val="000000"/>
                </a:solidFill>
                <a:latin typeface="Poppins Regular"/>
                <a:ea typeface="Poppins Regular"/>
                <a:cs typeface="Poppins Regular"/>
                <a:sym typeface="Poppins Regular"/>
              </a:defRPr>
            </a:lvl1pPr>
          </a:lstStyle>
          <a:p>
            <a:pPr/>
            <a:r>
              <a:t>AI Voice Assistant</a:t>
            </a:r>
          </a:p>
        </p:txBody>
      </p:sp>
      <p:sp>
        <p:nvSpPr>
          <p:cNvPr id="212" name="Solved hard real-time problems…"/>
          <p:cNvSpPr txBox="1"/>
          <p:nvPr/>
        </p:nvSpPr>
        <p:spPr>
          <a:xfrm>
            <a:off x="12325148" y="3669189"/>
            <a:ext cx="11178967" cy="8739821"/>
          </a:xfrm>
          <a:prstGeom prst="rect">
            <a:avLst/>
          </a:prstGeom>
          <a:ln w="3175">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defTabSz="457200">
              <a:spcBef>
                <a:spcPts val="1400"/>
              </a:spcBef>
              <a:defRPr sz="3200">
                <a:solidFill>
                  <a:srgbClr val="F8337D"/>
                </a:solidFill>
                <a:latin typeface="Poppins Regular"/>
                <a:ea typeface="Poppins Regular"/>
                <a:cs typeface="Poppins Regular"/>
                <a:sym typeface="Poppins Regular"/>
              </a:defRPr>
            </a:pPr>
            <a:r>
              <a:t>Solved hard real-time problems</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Interruption handling</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Human vs robot caller detection</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Dynamic mid-call goal changes from user input</a:t>
            </a:r>
          </a:p>
          <a:p>
            <a:pPr defTabSz="457200">
              <a:spcBef>
                <a:spcPts val="1400"/>
              </a:spcBef>
              <a:defRPr sz="3200">
                <a:solidFill>
                  <a:srgbClr val="F8337D"/>
                </a:solidFill>
                <a:latin typeface="Poppins Regular"/>
                <a:ea typeface="Poppins Regular"/>
                <a:cs typeface="Poppins Regular"/>
                <a:sym typeface="Poppins Regular"/>
              </a:defRPr>
            </a:pPr>
          </a:p>
          <a:p>
            <a:pPr defTabSz="457200">
              <a:spcBef>
                <a:spcPts val="1400"/>
              </a:spcBef>
              <a:defRPr sz="3200">
                <a:solidFill>
                  <a:srgbClr val="F8337D"/>
                </a:solidFill>
                <a:latin typeface="Poppins Regular"/>
                <a:ea typeface="Poppins Regular"/>
                <a:cs typeface="Poppins Regular"/>
                <a:sym typeface="Poppins Regular"/>
              </a:defRPr>
            </a:pPr>
            <a:r>
              <a:t>Setup mature practices</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Built evaluation framework</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Setup observability</a:t>
            </a:r>
          </a:p>
          <a:p>
            <a:pPr defTabSz="457200">
              <a:spcBef>
                <a:spcPts val="0"/>
              </a:spcBef>
              <a:defRPr sz="3200">
                <a:latin typeface="Poppins Regular"/>
                <a:ea typeface="Poppins Regular"/>
                <a:cs typeface="Poppins Regular"/>
                <a:sym typeface="Poppins Regular"/>
              </a:defRPr>
            </a:pPr>
          </a:p>
          <a:p>
            <a:pPr defTabSz="457200">
              <a:spcBef>
                <a:spcPts val="1400"/>
              </a:spcBef>
              <a:defRPr sz="3200">
                <a:solidFill>
                  <a:srgbClr val="F8337D"/>
                </a:solidFill>
                <a:latin typeface="Poppins Regular"/>
                <a:ea typeface="Poppins Regular"/>
                <a:cs typeface="Poppins Regular"/>
                <a:sym typeface="Poppins Regular"/>
              </a:defRPr>
            </a:pPr>
            <a:r>
              <a:t>Talks</a:t>
            </a:r>
          </a:p>
          <a:p>
            <a:pPr marL="457200" indent="-317500" defTabSz="457200">
              <a:spcBef>
                <a:spcPts val="0"/>
              </a:spcBef>
              <a:buSzPct val="100000"/>
              <a:buFont typeface="Times Roman"/>
              <a:buChar char="•"/>
              <a:defRPr sz="3200">
                <a:latin typeface="Poppins Regular"/>
                <a:ea typeface="Poppins Regular"/>
                <a:cs typeface="Poppins Regular"/>
                <a:sym typeface="Poppins Regular"/>
              </a:defRPr>
            </a:pPr>
            <a:r>
              <a:t>Fifth Elephant Annual Conference in 2025 (Agentic AI track): </a:t>
            </a:r>
            <a:r>
              <a:rPr u="sng">
                <a:solidFill>
                  <a:srgbClr val="F8337D"/>
                </a:solidFill>
                <a:hlinkClick r:id="rId2" invalidUrl="" action="" tgtFrame="" tooltip="" history="1" highlightClick="0" endSnd="0"/>
              </a:rPr>
              <a:t>The correct way to evaluate LLM-based systems</a:t>
            </a:r>
          </a:p>
        </p:txBody>
      </p:sp>
      <p:sp>
        <p:nvSpPr>
          <p:cNvPr id="213" name="For a leading identity platform. 1M+ app downloads."/>
          <p:cNvSpPr txBox="1"/>
          <p:nvPr/>
        </p:nvSpPr>
        <p:spPr>
          <a:xfrm>
            <a:off x="698995" y="2037947"/>
            <a:ext cx="11019156" cy="711834"/>
          </a:xfrm>
          <a:prstGeom prst="rect">
            <a:avLst/>
          </a:prstGeom>
          <a:ln w="3175">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lvl="1" defTabSz="457200">
              <a:spcBef>
                <a:spcPts val="1200"/>
              </a:spcBef>
              <a:defRPr i="1" sz="3200">
                <a:solidFill>
                  <a:srgbClr val="929292"/>
                </a:solidFill>
                <a:latin typeface="Poppins Regular"/>
                <a:ea typeface="Poppins Regular"/>
                <a:cs typeface="Poppins Regular"/>
                <a:sym typeface="Poppins Regular"/>
              </a:defRPr>
            </a:pPr>
            <a:r>
              <a:t>For a leading identity platform. 1M+ app downloads.</a:t>
            </a:r>
          </a:p>
        </p:txBody>
      </p:sp>
      <p:pic>
        <p:nvPicPr>
          <p:cNvPr id="214" name="Video Outline Icon.png" descr="Video Outline Icon.png"/>
          <p:cNvPicPr>
            <a:picLocks noChangeAspect="1"/>
          </p:cNvPicPr>
          <p:nvPr/>
        </p:nvPicPr>
        <p:blipFill>
          <a:blip r:embed="rId3">
            <a:extLst/>
          </a:blip>
          <a:stretch>
            <a:fillRect/>
          </a:stretch>
        </p:blipFill>
        <p:spPr>
          <a:xfrm>
            <a:off x="13431750" y="9603494"/>
            <a:ext cx="711834" cy="711833"/>
          </a:xfrm>
          <a:prstGeom prst="rect">
            <a:avLst/>
          </a:prstGeom>
          <a:ln w="3175">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A balanced team of 3 who would be a good fit for you…"/>
          <p:cNvSpPr txBox="1"/>
          <p:nvPr/>
        </p:nvSpPr>
        <p:spPr>
          <a:xfrm>
            <a:off x="6511124" y="6950816"/>
            <a:ext cx="11361751" cy="1473834"/>
          </a:xfrm>
          <a:prstGeom prst="rect">
            <a:avLst/>
          </a:prstGeom>
          <a:ln w="3175">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p>
            <a:pPr lvl="1" algn="ctr" defTabSz="457200">
              <a:spcBef>
                <a:spcPts val="1200"/>
              </a:spcBef>
              <a:defRPr sz="3200">
                <a:latin typeface="Poppins Regular"/>
                <a:ea typeface="Poppins Regular"/>
                <a:cs typeface="Poppins Regular"/>
                <a:sym typeface="Poppins Regular"/>
              </a:defRPr>
            </a:pPr>
            <a:r>
              <a:t>A balanced team of 3 who would be a good fit for you</a:t>
            </a:r>
          </a:p>
          <a:p>
            <a:pPr lvl="1" algn="ctr" defTabSz="457200">
              <a:spcBef>
                <a:spcPts val="1200"/>
              </a:spcBef>
              <a:defRPr sz="3200">
                <a:latin typeface="Poppins Regular"/>
                <a:ea typeface="Poppins Regular"/>
                <a:cs typeface="Poppins Regular"/>
                <a:sym typeface="Poppins Regular"/>
              </a:defRPr>
            </a:pPr>
            <a:r>
              <a:t>highlighting their </a:t>
            </a:r>
            <a:r>
              <a:rPr>
                <a:solidFill>
                  <a:srgbClr val="F8337D"/>
                </a:solidFill>
              </a:rPr>
              <a:t>recent</a:t>
            </a:r>
            <a:r>
              <a:t> and </a:t>
            </a:r>
            <a:r>
              <a:rPr>
                <a:solidFill>
                  <a:srgbClr val="F8337D"/>
                </a:solidFill>
              </a:rPr>
              <a:t>relevant</a:t>
            </a:r>
            <a:r>
              <a:t> experiences</a:t>
            </a:r>
          </a:p>
        </p:txBody>
      </p:sp>
      <p:sp>
        <p:nvSpPr>
          <p:cNvPr id="217" name="Profiles"/>
          <p:cNvSpPr txBox="1"/>
          <p:nvPr/>
        </p:nvSpPr>
        <p:spPr>
          <a:xfrm>
            <a:off x="10690097" y="5433154"/>
            <a:ext cx="3003805" cy="1226816"/>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825500">
              <a:spcBef>
                <a:spcPts val="0"/>
              </a:spcBef>
              <a:defRPr sz="6400">
                <a:solidFill>
                  <a:srgbClr val="000000"/>
                </a:solidFill>
                <a:latin typeface="Poppins Regular"/>
                <a:ea typeface="Poppins Regular"/>
                <a:cs typeface="Poppins Regular"/>
                <a:sym typeface="Poppins Regular"/>
              </a:defRPr>
            </a:lvl1pPr>
          </a:lstStyle>
          <a:p>
            <a:pPr/>
            <a:r>
              <a:t>Profiles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Srihari Sriraman"/>
          <p:cNvSpPr txBox="1"/>
          <p:nvPr/>
        </p:nvSpPr>
        <p:spPr>
          <a:xfrm>
            <a:off x="1019526" y="780786"/>
            <a:ext cx="6882308" cy="1268091"/>
          </a:xfrm>
          <a:prstGeom prst="rect">
            <a:avLst/>
          </a:prstGeom>
          <a:ln w="3175">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defRPr sz="6400">
                <a:solidFill>
                  <a:srgbClr val="000000"/>
                </a:solidFill>
                <a:latin typeface="Poppins Regular"/>
                <a:ea typeface="Poppins Regular"/>
                <a:cs typeface="Poppins Regular"/>
                <a:sym typeface="Poppins Regular"/>
              </a:defRPr>
            </a:lvl1pPr>
          </a:lstStyle>
          <a:p>
            <a:pPr/>
            <a:r>
              <a:t> Srihari Sriraman</a:t>
            </a:r>
          </a:p>
        </p:txBody>
      </p:sp>
      <p:sp>
        <p:nvSpPr>
          <p:cNvPr id="220" name="Engineering leader with ~15 years of experience across domains and technologies Focused on AI strategy, platform design, and developer tooling"/>
          <p:cNvSpPr txBox="1"/>
          <p:nvPr/>
        </p:nvSpPr>
        <p:spPr>
          <a:xfrm>
            <a:off x="936008" y="1910947"/>
            <a:ext cx="22308783" cy="1321434"/>
          </a:xfrm>
          <a:prstGeom prst="rect">
            <a:avLst/>
          </a:prstGeom>
          <a:ln w="3175">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lvl="1" defTabSz="457200">
              <a:spcBef>
                <a:spcPts val="1200"/>
              </a:spcBef>
              <a:defRPr i="1" sz="3200">
                <a:solidFill>
                  <a:srgbClr val="929292"/>
                </a:solidFill>
                <a:latin typeface="Poppins Regular"/>
                <a:ea typeface="Poppins Regular"/>
                <a:cs typeface="Poppins Regular"/>
                <a:sym typeface="Poppins Regular"/>
              </a:defRPr>
            </a:pPr>
            <a:r>
              <a:t>Engineering leader with ~15 years of experience across domains and technologies</a:t>
            </a:r>
            <a:br/>
            <a:r>
              <a:t>Focused on AI strategy, platform design, and developer tooling</a:t>
            </a:r>
          </a:p>
        </p:txBody>
      </p:sp>
      <p:sp>
        <p:nvSpPr>
          <p:cNvPr id="221" name="Srihari left"/>
          <p:cNvSpPr txBox="1"/>
          <p:nvPr/>
        </p:nvSpPr>
        <p:spPr>
          <a:xfrm>
            <a:off x="1400586" y="4017500"/>
            <a:ext cx="10153338" cy="6759572"/>
          </a:xfrm>
          <a:prstGeom prst="rect">
            <a:avLst/>
          </a:prstGeom>
          <a:ln w="3175">
            <a:miter lim="400000"/>
          </a:ln>
          <a:extLst>
            <a:ext uri="{C572A759-6A51-4108-AA02-DFA0A04FC94B}">
              <ma14:wrappingTextBoxFlag xmlns:ma14="http://schemas.microsoft.com/office/mac/drawingml/2011/main" val="1"/>
            </a:ext>
          </a:extLst>
        </p:spPr>
        <p:txBody>
          <a:bodyPr lIns="71436" tIns="71436" rIns="71436" bIns="71436">
            <a:spAutoFit/>
          </a:bodyPr>
          <a:lstStyle/>
          <a:p>
            <a:pPr defTabSz="457200">
              <a:spcBef>
                <a:spcPts val="1400"/>
              </a:spcBef>
              <a:defRPr sz="3200">
                <a:solidFill>
                  <a:srgbClr val="F8337D"/>
                </a:solidFill>
                <a:latin typeface="Poppins Regular"/>
                <a:ea typeface="Poppins Regular"/>
                <a:cs typeface="Poppins Regular"/>
                <a:sym typeface="Poppins Regular"/>
              </a:defRPr>
            </a:pPr>
            <a:r>
              <a:t>AI Strategy &amp; Architecture at Porter</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Provided architecture guidance for Porter’s vision and AI strategy</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Created an engineering handbook with AI best practices and recipes to extract skills from existing code</a:t>
            </a:r>
            <a:endParaRPr>
              <a:solidFill>
                <a:schemeClr val="accent1">
                  <a:satOff val="-9104"/>
                  <a:lumOff val="-32540"/>
                </a:schemeClr>
              </a:solidFill>
            </a:endParaRPr>
          </a:p>
          <a:p>
            <a:pPr defTabSz="457200">
              <a:spcBef>
                <a:spcPts val="1400"/>
              </a:spcBef>
              <a:defRPr sz="3200">
                <a:solidFill>
                  <a:srgbClr val="F8337D"/>
                </a:solidFill>
                <a:latin typeface="Poppins Regular"/>
                <a:ea typeface="Poppins Regular"/>
                <a:cs typeface="Poppins Regular"/>
                <a:sym typeface="Poppins Regular"/>
              </a:defRPr>
            </a:pPr>
            <a:r>
              <a:t>Platform &amp; Systems Design at Porter</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Designed and delivered a data science platform enabling rapid model building and serving</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Evolved the org’s micro-service architecture to be event-driven</a:t>
            </a:r>
          </a:p>
        </p:txBody>
      </p:sp>
      <p:sp>
        <p:nvSpPr>
          <p:cNvPr id="222" name="Srihari right"/>
          <p:cNvSpPr txBox="1"/>
          <p:nvPr/>
        </p:nvSpPr>
        <p:spPr>
          <a:xfrm>
            <a:off x="12261647" y="4017500"/>
            <a:ext cx="11178968" cy="6759572"/>
          </a:xfrm>
          <a:prstGeom prst="rect">
            <a:avLst/>
          </a:prstGeom>
          <a:ln w="3175">
            <a:miter lim="400000"/>
          </a:ln>
          <a:extLst>
            <a:ext uri="{C572A759-6A51-4108-AA02-DFA0A04FC94B}">
              <ma14:wrappingTextBoxFlag xmlns:ma14="http://schemas.microsoft.com/office/mac/drawingml/2011/main" val="1"/>
            </a:ext>
          </a:extLst>
        </p:spPr>
        <p:txBody>
          <a:bodyPr lIns="71436" tIns="71436" rIns="71436" bIns="71436">
            <a:spAutoFit/>
          </a:bodyPr>
          <a:lstStyle/>
          <a:p>
            <a:pPr defTabSz="457200">
              <a:spcBef>
                <a:spcPts val="1400"/>
              </a:spcBef>
              <a:defRPr sz="3200">
                <a:solidFill>
                  <a:srgbClr val="F8337D"/>
                </a:solidFill>
                <a:latin typeface="Poppins Regular"/>
                <a:ea typeface="Poppins Regular"/>
                <a:cs typeface="Poppins Regular"/>
                <a:sym typeface="Poppins Regular"/>
              </a:defRPr>
            </a:pPr>
            <a:r>
              <a:t>Internal Projects &amp; Tooling</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Built context-viewer: turns opaque LLM context windows into analysable artifacts</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Built ask-github: an agentic search tool that works over APIs</a:t>
            </a:r>
            <a:endParaRPr>
              <a:solidFill>
                <a:schemeClr val="accent1">
                  <a:satOff val="-9104"/>
                  <a:lumOff val="-32540"/>
                </a:schemeClr>
              </a:solidFill>
            </a:endParaRPr>
          </a:p>
          <a:p>
            <a:pPr defTabSz="457200">
              <a:spcBef>
                <a:spcPts val="1400"/>
              </a:spcBef>
              <a:defRPr sz="3200">
                <a:solidFill>
                  <a:srgbClr val="F8337D"/>
                </a:solidFill>
                <a:latin typeface="Poppins Regular"/>
                <a:ea typeface="Poppins Regular"/>
                <a:cs typeface="Poppins Regular"/>
                <a:sym typeface="Poppins Regular"/>
              </a:defRPr>
            </a:pPr>
            <a:r>
              <a:t>Writing &amp; Thought Leadership</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Co-authored (with Drew Breunig) on how system prompts shape agent behaviour; follow-ups on model biases, artefacts, and agent autonomy</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Framed why AI feels different — three simultaneous paradigm shifts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Atharva Raykar"/>
          <p:cNvSpPr txBox="1"/>
          <p:nvPr/>
        </p:nvSpPr>
        <p:spPr>
          <a:xfrm>
            <a:off x="1019526" y="780786"/>
            <a:ext cx="6366993" cy="1268091"/>
          </a:xfrm>
          <a:prstGeom prst="rect">
            <a:avLst/>
          </a:prstGeom>
          <a:ln w="3175">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defRPr sz="6400">
                <a:solidFill>
                  <a:srgbClr val="000000"/>
                </a:solidFill>
                <a:latin typeface="Poppins Regular"/>
                <a:ea typeface="Poppins Regular"/>
                <a:cs typeface="Poppins Regular"/>
                <a:sym typeface="Poppins Regular"/>
              </a:defRPr>
            </a:lvl1pPr>
          </a:lstStyle>
          <a:p>
            <a:pPr/>
            <a:r>
              <a:t>Atharva Raykar</a:t>
            </a:r>
          </a:p>
        </p:txBody>
      </p:sp>
      <p:sp>
        <p:nvSpPr>
          <p:cNvPr id="225" name="nilenso’s original AI enthusiast. Expert in Voice AI. Brings systems thinking and empirical rigour"/>
          <p:cNvSpPr txBox="1"/>
          <p:nvPr/>
        </p:nvSpPr>
        <p:spPr>
          <a:xfrm>
            <a:off x="720108" y="1898247"/>
            <a:ext cx="22308783" cy="1321434"/>
          </a:xfrm>
          <a:prstGeom prst="rect">
            <a:avLst/>
          </a:prstGeom>
          <a:ln w="3175">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lvl="1" defTabSz="457200">
              <a:spcBef>
                <a:spcPts val="1200"/>
              </a:spcBef>
              <a:defRPr i="1" sz="3200">
                <a:solidFill>
                  <a:srgbClr val="929292"/>
                </a:solidFill>
                <a:latin typeface="Poppins Regular"/>
                <a:ea typeface="Poppins Regular"/>
                <a:cs typeface="Poppins Regular"/>
                <a:sym typeface="Poppins Regular"/>
              </a:defRPr>
            </a:pPr>
            <a:r>
              <a:t>nilenso’s original AI enthusiast. Expert in Voice AI.</a:t>
            </a:r>
            <a:br/>
            <a:r>
              <a:t>Brings systems thinking and empirical rigour</a:t>
            </a:r>
          </a:p>
        </p:txBody>
      </p:sp>
      <p:sp>
        <p:nvSpPr>
          <p:cNvPr id="226" name="Atharva left"/>
          <p:cNvSpPr txBox="1"/>
          <p:nvPr/>
        </p:nvSpPr>
        <p:spPr>
          <a:xfrm>
            <a:off x="1146586" y="3496800"/>
            <a:ext cx="10153338" cy="8512172"/>
          </a:xfrm>
          <a:prstGeom prst="rect">
            <a:avLst/>
          </a:prstGeom>
          <a:ln w="3175">
            <a:miter lim="400000"/>
          </a:ln>
          <a:extLst>
            <a:ext uri="{C572A759-6A51-4108-AA02-DFA0A04FC94B}">
              <ma14:wrappingTextBoxFlag xmlns:ma14="http://schemas.microsoft.com/office/mac/drawingml/2011/main" val="1"/>
            </a:ext>
          </a:extLst>
        </p:spPr>
        <p:txBody>
          <a:bodyPr lIns="71436" tIns="71436" rIns="71436" bIns="71436">
            <a:spAutoFit/>
          </a:bodyPr>
          <a:lstStyle/>
          <a:p>
            <a:pPr defTabSz="457200">
              <a:spcBef>
                <a:spcPts val="1400"/>
              </a:spcBef>
              <a:defRPr sz="3200">
                <a:solidFill>
                  <a:srgbClr val="F8337D"/>
                </a:solidFill>
                <a:latin typeface="Poppins Regular"/>
                <a:ea typeface="Poppins Regular"/>
                <a:cs typeface="Poppins Regular"/>
                <a:sym typeface="Poppins Regular"/>
              </a:defRPr>
            </a:pPr>
            <a:r>
              <a:t>AI Voice Assistant (Most Recent)</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Built major backend components for an AI Voice Assistant (200k DAU)</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Voice LLM integration, websocket and telephony management</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Onboarding verification flow, observability and metrics</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Talk at Fifth Elephant 2025 (Agentic AI): evaluating LLM-based systems</a:t>
            </a:r>
            <a:endParaRPr>
              <a:solidFill>
                <a:schemeClr val="accent1">
                  <a:satOff val="-9104"/>
                  <a:lumOff val="-32540"/>
                </a:schemeClr>
              </a:solidFill>
            </a:endParaRPr>
          </a:p>
          <a:p>
            <a:pPr defTabSz="457200">
              <a:spcBef>
                <a:spcPts val="1400"/>
              </a:spcBef>
              <a:defRPr sz="3200">
                <a:solidFill>
                  <a:srgbClr val="F8337D"/>
                </a:solidFill>
                <a:latin typeface="Poppins Regular"/>
                <a:ea typeface="Poppins Regular"/>
                <a:cs typeface="Poppins Regular"/>
                <a:sym typeface="Poppins Regular"/>
              </a:defRPr>
            </a:pPr>
            <a:r>
              <a:t>AI Playbook &amp; Talks</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Created AI-assisted engineering playbook, endorsed by Karpathy and Willison</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Talk at Fifth Elephant Pune (AI in SDLC): systems thinking for AI, designing agent environments</a:t>
            </a:r>
          </a:p>
        </p:txBody>
      </p:sp>
      <p:sp>
        <p:nvSpPr>
          <p:cNvPr id="227" name="Atharva right"/>
          <p:cNvSpPr txBox="1"/>
          <p:nvPr/>
        </p:nvSpPr>
        <p:spPr>
          <a:xfrm>
            <a:off x="12312446" y="3446000"/>
            <a:ext cx="11178968" cy="8131172"/>
          </a:xfrm>
          <a:prstGeom prst="rect">
            <a:avLst/>
          </a:prstGeom>
          <a:ln w="3175">
            <a:miter lim="400000"/>
          </a:ln>
          <a:extLst>
            <a:ext uri="{C572A759-6A51-4108-AA02-DFA0A04FC94B}">
              <ma14:wrappingTextBoxFlag xmlns:ma14="http://schemas.microsoft.com/office/mac/drawingml/2011/main" val="1"/>
            </a:ext>
          </a:extLst>
        </p:spPr>
        <p:txBody>
          <a:bodyPr lIns="71436" tIns="71436" rIns="71436" bIns="71436">
            <a:spAutoFit/>
          </a:bodyPr>
          <a:lstStyle/>
          <a:p>
            <a:pPr defTabSz="457200">
              <a:spcBef>
                <a:spcPts val="1400"/>
              </a:spcBef>
              <a:defRPr sz="3200">
                <a:solidFill>
                  <a:srgbClr val="F8337D"/>
                </a:solidFill>
                <a:latin typeface="Poppins Regular"/>
                <a:ea typeface="Poppins Regular"/>
                <a:cs typeface="Poppins Regular"/>
                <a:sym typeface="Poppins Regular"/>
              </a:defRPr>
            </a:pPr>
            <a:r>
              <a:t>Previous Engagements</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Dunzo: queue management system, ETA calculator, payout system</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Simple.org: health data integration APIs across organisations and nations</a:t>
            </a:r>
            <a:endParaRPr>
              <a:solidFill>
                <a:schemeClr val="accent1">
                  <a:satOff val="-9104"/>
                  <a:lumOff val="-32540"/>
                </a:schemeClr>
              </a:solidFill>
            </a:endParaRPr>
          </a:p>
          <a:p>
            <a:pPr defTabSz="457200">
              <a:spcBef>
                <a:spcPts val="1400"/>
              </a:spcBef>
              <a:defRPr sz="3200">
                <a:solidFill>
                  <a:srgbClr val="F8337D"/>
                </a:solidFill>
                <a:latin typeface="Poppins Regular"/>
                <a:ea typeface="Poppins Regular"/>
                <a:cs typeface="Poppins Regular"/>
                <a:sym typeface="Poppins Regular"/>
              </a:defRPr>
            </a:pPr>
            <a:r>
              <a:t>Writing</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On utility and traps of benchmarking and evaluating AI systems</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On evolving LLM system design, informed by Sutton’s bitter lesson</a:t>
            </a:r>
            <a:endParaRPr>
              <a:solidFill>
                <a:schemeClr val="accent1">
                  <a:satOff val="-9104"/>
                  <a:lumOff val="-32540"/>
                </a:schemeClr>
              </a:solidFill>
            </a:endParaRPr>
          </a:p>
          <a:p>
            <a:pPr defTabSz="457200">
              <a:spcBef>
                <a:spcPts val="1400"/>
              </a:spcBef>
              <a:defRPr sz="3200">
                <a:solidFill>
                  <a:srgbClr val="F8337D"/>
                </a:solidFill>
                <a:latin typeface="Poppins Regular"/>
                <a:ea typeface="Poppins Regular"/>
                <a:cs typeface="Poppins Regular"/>
                <a:sym typeface="Poppins Regular"/>
              </a:defRPr>
            </a:pPr>
            <a:r>
              <a:t>Pre-nilenso</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Ported large parts of Git’s submodule functionality to C (GSoC)</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Siri P"/>
          <p:cNvSpPr txBox="1"/>
          <p:nvPr/>
        </p:nvSpPr>
        <p:spPr>
          <a:xfrm>
            <a:off x="1057626" y="666486"/>
            <a:ext cx="2023390" cy="1268091"/>
          </a:xfrm>
          <a:prstGeom prst="rect">
            <a:avLst/>
          </a:prstGeom>
          <a:ln w="3175">
            <a:miter lim="400000"/>
          </a:ln>
          <a:extLst>
            <a:ext uri="{C572A759-6A51-4108-AA02-DFA0A04FC94B}">
              <ma14:wrappingTextBoxFlag xmlns:ma14="http://schemas.microsoft.com/office/mac/drawingml/2011/main" val="1"/>
            </a:ext>
          </a:extLst>
        </p:spPr>
        <p:txBody>
          <a:bodyPr wrap="none" lIns="71437" tIns="71437" rIns="71437" bIns="71437" anchor="ctr">
            <a:spAutoFit/>
          </a:bodyPr>
          <a:lstStyle>
            <a:lvl1pPr>
              <a:defRPr sz="6400">
                <a:solidFill>
                  <a:srgbClr val="000000"/>
                </a:solidFill>
                <a:latin typeface="Poppins Regular"/>
                <a:ea typeface="Poppins Regular"/>
                <a:cs typeface="Poppins Regular"/>
                <a:sym typeface="Poppins Regular"/>
              </a:defRPr>
            </a:lvl1pPr>
          </a:lstStyle>
          <a:p>
            <a:pPr/>
            <a:r>
              <a:t>Siri P</a:t>
            </a:r>
          </a:p>
        </p:txBody>
      </p:sp>
      <p:sp>
        <p:nvSpPr>
          <p:cNvPr id="230" name="Full-stack engineer with deep voice AI experience Consistently ramps up and delivers across new domains and stacks within days"/>
          <p:cNvSpPr txBox="1"/>
          <p:nvPr/>
        </p:nvSpPr>
        <p:spPr>
          <a:xfrm>
            <a:off x="732808" y="1783947"/>
            <a:ext cx="22308783" cy="1321434"/>
          </a:xfrm>
          <a:prstGeom prst="rect">
            <a:avLst/>
          </a:prstGeom>
          <a:ln w="3175">
            <a:miter lim="400000"/>
          </a:ln>
          <a:extLst>
            <a:ext uri="{C572A759-6A51-4108-AA02-DFA0A04FC94B}">
              <ma14:wrappingTextBoxFlag xmlns:ma14="http://schemas.microsoft.com/office/mac/drawingml/2011/main" val="1"/>
            </a:ext>
          </a:extLst>
        </p:spPr>
        <p:txBody>
          <a:bodyPr lIns="71437" tIns="71437" rIns="71437" bIns="71437" anchor="ctr">
            <a:spAutoFit/>
          </a:bodyPr>
          <a:lstStyle/>
          <a:p>
            <a:pPr lvl="1" defTabSz="457200">
              <a:spcBef>
                <a:spcPts val="1200"/>
              </a:spcBef>
              <a:defRPr i="1" sz="3200">
                <a:solidFill>
                  <a:srgbClr val="929292"/>
                </a:solidFill>
                <a:latin typeface="Poppins Regular"/>
                <a:ea typeface="Poppins Regular"/>
                <a:cs typeface="Poppins Regular"/>
                <a:sym typeface="Poppins Regular"/>
              </a:defRPr>
            </a:pPr>
            <a:r>
              <a:t>Full-stack engineer with deep voice AI experience</a:t>
            </a:r>
            <a:br/>
            <a:r>
              <a:t>Consistently ramps up and delivers across new domains and stacks within days</a:t>
            </a:r>
          </a:p>
        </p:txBody>
      </p:sp>
      <p:sp>
        <p:nvSpPr>
          <p:cNvPr id="231" name="Siri left"/>
          <p:cNvSpPr txBox="1"/>
          <p:nvPr/>
        </p:nvSpPr>
        <p:spPr>
          <a:xfrm>
            <a:off x="1070386" y="3788900"/>
            <a:ext cx="10153338" cy="7140572"/>
          </a:xfrm>
          <a:prstGeom prst="rect">
            <a:avLst/>
          </a:prstGeom>
          <a:ln w="3175">
            <a:miter lim="400000"/>
          </a:ln>
          <a:extLst>
            <a:ext uri="{C572A759-6A51-4108-AA02-DFA0A04FC94B}">
              <ma14:wrappingTextBoxFlag xmlns:ma14="http://schemas.microsoft.com/office/mac/drawingml/2011/main" val="1"/>
            </a:ext>
          </a:extLst>
        </p:spPr>
        <p:txBody>
          <a:bodyPr lIns="71436" tIns="71436" rIns="71436" bIns="71436">
            <a:spAutoFit/>
          </a:bodyPr>
          <a:lstStyle/>
          <a:p>
            <a:pPr defTabSz="457200">
              <a:spcBef>
                <a:spcPts val="1400"/>
              </a:spcBef>
              <a:defRPr sz="3200">
                <a:solidFill>
                  <a:srgbClr val="F8337D"/>
                </a:solidFill>
                <a:latin typeface="Poppins Regular"/>
                <a:ea typeface="Poppins Regular"/>
                <a:cs typeface="Poppins Regular"/>
                <a:sym typeface="Poppins Regular"/>
              </a:defRPr>
            </a:pPr>
            <a:r>
              <a:t>Voice AI &amp; Agentic Systems</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Built conversational bots using Gemini STS models and LangGraph for a contact centre platform</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Created evaluation datasets for noisy telephonic conversations; iterated on quality metrics</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Tuned VAD configurations, optimised ASR applications</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Implemented tool calling for language switching in Gemini STS bots</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Contributed to ask-forge: open-source AI agent for GitHub/GitLab repos</a:t>
            </a:r>
          </a:p>
        </p:txBody>
      </p:sp>
      <p:sp>
        <p:nvSpPr>
          <p:cNvPr id="232" name="Siri right"/>
          <p:cNvSpPr txBox="1"/>
          <p:nvPr/>
        </p:nvSpPr>
        <p:spPr>
          <a:xfrm>
            <a:off x="12261647" y="3776200"/>
            <a:ext cx="11178968" cy="6759572"/>
          </a:xfrm>
          <a:prstGeom prst="rect">
            <a:avLst/>
          </a:prstGeom>
          <a:ln w="3175">
            <a:miter lim="400000"/>
          </a:ln>
          <a:extLst>
            <a:ext uri="{C572A759-6A51-4108-AA02-DFA0A04FC94B}">
              <ma14:wrappingTextBoxFlag xmlns:ma14="http://schemas.microsoft.com/office/mac/drawingml/2011/main" val="1"/>
            </a:ext>
          </a:extLst>
        </p:spPr>
        <p:txBody>
          <a:bodyPr lIns="71436" tIns="71436" rIns="71436" bIns="71436">
            <a:spAutoFit/>
          </a:bodyPr>
          <a:lstStyle/>
          <a:p>
            <a:pPr defTabSz="457200">
              <a:spcBef>
                <a:spcPts val="1400"/>
              </a:spcBef>
              <a:defRPr sz="3200">
                <a:solidFill>
                  <a:srgbClr val="F8337D"/>
                </a:solidFill>
                <a:latin typeface="Poppins Regular"/>
                <a:ea typeface="Poppins Regular"/>
                <a:cs typeface="Poppins Regular"/>
                <a:sym typeface="Poppins Regular"/>
              </a:defRPr>
            </a:pPr>
            <a:r>
              <a:t>Event-Driven Architecture at Porter</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Key contributor to event-driven migration (Kafka &amp; Confluent) for real-time order allocation across millions of daily transactions</a:t>
            </a:r>
            <a:endParaRPr>
              <a:solidFill>
                <a:schemeClr val="accent1">
                  <a:satOff val="-9104"/>
                  <a:lumOff val="-32540"/>
                </a:schemeClr>
              </a:solidFill>
            </a:endParaRP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Built observability layer for data science platform: dashboards, alerts, load tests, data correctness validations</a:t>
            </a:r>
            <a:endParaRPr>
              <a:solidFill>
                <a:schemeClr val="accent1">
                  <a:satOff val="-9104"/>
                  <a:lumOff val="-32540"/>
                </a:schemeClr>
              </a:solidFill>
            </a:endParaRPr>
          </a:p>
          <a:p>
            <a:pPr defTabSz="457200">
              <a:spcBef>
                <a:spcPts val="1400"/>
              </a:spcBef>
              <a:defRPr sz="3200">
                <a:solidFill>
                  <a:srgbClr val="F8337D"/>
                </a:solidFill>
                <a:latin typeface="Poppins Regular"/>
                <a:ea typeface="Poppins Regular"/>
                <a:cs typeface="Poppins Regular"/>
                <a:sym typeface="Poppins Regular"/>
              </a:defRPr>
            </a:pPr>
            <a:r>
              <a:t>Testing &amp; Engineering Excellence at Porter</a:t>
            </a:r>
          </a:p>
          <a:p>
            <a:pPr lvl="1" marL="596900" indent="-317500" defTabSz="457200">
              <a:spcBef>
                <a:spcPts val="0"/>
              </a:spcBef>
              <a:buSzPct val="100000"/>
              <a:buFont typeface="Times Roman"/>
              <a:buChar char="•"/>
              <a:defRPr sz="3000">
                <a:latin typeface="Poppins Regular"/>
                <a:ea typeface="Poppins Regular"/>
                <a:cs typeface="Poppins Regular"/>
                <a:sym typeface="Poppins Regular"/>
              </a:defRPr>
            </a:pPr>
            <a:r>
              <a:t>Drove ephemeral testing framework onboarding, cutting integration test times via isolated, parallelised testing</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4" name="Nilenso_Logo_Secondary_Black.jpg" descr="Nilenso_Logo_Secondary_Black.jpg"/>
          <p:cNvPicPr>
            <a:picLocks noChangeAspect="1"/>
          </p:cNvPicPr>
          <p:nvPr/>
        </p:nvPicPr>
        <p:blipFill>
          <a:blip r:embed="rId2">
            <a:extLst/>
          </a:blip>
          <a:stretch>
            <a:fillRect/>
          </a:stretch>
        </p:blipFill>
        <p:spPr>
          <a:xfrm>
            <a:off x="-163544" y="-92669"/>
            <a:ext cx="24711088" cy="13901338"/>
          </a:xfrm>
          <a:prstGeom prst="rect">
            <a:avLst/>
          </a:prstGeom>
          <a:ln w="3175">
            <a:miter lim="400000"/>
          </a:ln>
        </p:spPr>
      </p:pic>
      <p:sp>
        <p:nvSpPr>
          <p:cNvPr id="235" name="Get in Touch…"/>
          <p:cNvSpPr txBox="1"/>
          <p:nvPr/>
        </p:nvSpPr>
        <p:spPr>
          <a:xfrm>
            <a:off x="4735525" y="8967868"/>
            <a:ext cx="14912950" cy="3603464"/>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defTabSz="457200">
              <a:spcBef>
                <a:spcPts val="1400"/>
              </a:spcBef>
              <a:defRPr sz="3200">
                <a:solidFill>
                  <a:srgbClr val="FFFFFF"/>
                </a:solidFill>
                <a:latin typeface="Poppins Bold"/>
                <a:ea typeface="Poppins Bold"/>
                <a:cs typeface="Poppins Bold"/>
                <a:sym typeface="Poppins Bold"/>
              </a:defRPr>
            </a:pPr>
            <a:r>
              <a:t>Get in Touch</a:t>
            </a:r>
          </a:p>
          <a:p>
            <a:pPr algn="ctr" defTabSz="457200">
              <a:spcBef>
                <a:spcPts val="1200"/>
              </a:spcBef>
              <a:defRPr sz="3200" u="sng">
                <a:solidFill>
                  <a:srgbClr val="FFFFFF"/>
                </a:solidFill>
                <a:latin typeface="Poppins Regular"/>
                <a:ea typeface="Poppins Regular"/>
                <a:cs typeface="Poppins Regular"/>
                <a:sym typeface="Poppins Regular"/>
              </a:defRPr>
            </a:pPr>
            <a:r>
              <a:rPr u="none">
                <a:latin typeface="Poppins Bold"/>
                <a:ea typeface="Poppins Bold"/>
                <a:cs typeface="Poppins Bold"/>
                <a:sym typeface="Poppins Bold"/>
              </a:rPr>
              <a:t>Email</a:t>
            </a:r>
            <a:r>
              <a:rPr u="none"/>
              <a:t>: </a:t>
            </a:r>
            <a:r>
              <a:rPr>
                <a:hlinkClick r:id="rId3" invalidUrl="" action="" tgtFrame="" tooltip="" history="1" highlightClick="0" endSnd="0"/>
              </a:rPr>
              <a:t>business@nilenso.com</a:t>
            </a:r>
            <a:r>
              <a:rPr u="none"/>
              <a:t>,</a:t>
            </a:r>
            <a:endParaRPr u="none"/>
          </a:p>
          <a:p>
            <a:pPr algn="ctr" defTabSz="457200">
              <a:spcBef>
                <a:spcPts val="1200"/>
              </a:spcBef>
              <a:defRPr sz="3200" u="sng">
                <a:solidFill>
                  <a:srgbClr val="FFFFFF"/>
                </a:solidFill>
                <a:latin typeface="Poppins Regular"/>
                <a:ea typeface="Poppins Regular"/>
                <a:cs typeface="Poppins Regular"/>
                <a:sym typeface="Poppins Regular"/>
              </a:defRPr>
            </a:pPr>
            <a:r>
              <a:rPr u="none">
                <a:latin typeface="Poppins Bold"/>
                <a:ea typeface="Poppins Bold"/>
                <a:cs typeface="Poppins Bold"/>
                <a:sym typeface="Poppins Bold"/>
              </a:rPr>
              <a:t>Blog:</a:t>
            </a:r>
            <a:r>
              <a:rPr u="none"/>
              <a:t> </a:t>
            </a:r>
            <a:r>
              <a:rPr>
                <a:hlinkClick r:id="rId4" invalidUrl="" action="" tgtFrame="" tooltip="" history="1" highlightClick="0" endSnd="0"/>
              </a:rPr>
              <a:t>blog.nilenso.com</a:t>
            </a:r>
            <a:r>
              <a:rPr u="none">
                <a:latin typeface="Poppins Bold"/>
                <a:ea typeface="Poppins Bold"/>
                <a:cs typeface="Poppins Bold"/>
                <a:sym typeface="Poppins Bold"/>
              </a:rPr>
              <a:t>, Work</a:t>
            </a:r>
            <a:r>
              <a:rPr u="none"/>
              <a:t>: </a:t>
            </a:r>
            <a:r>
              <a:rPr>
                <a:hlinkClick r:id="rId5" invalidUrl="" action="" tgtFrame="" tooltip="" history="1" highlightClick="0" endSnd="0"/>
              </a:rPr>
              <a:t>nilenso.com/work</a:t>
            </a:r>
            <a:r>
              <a:rPr u="none"/>
              <a:t>, </a:t>
            </a:r>
            <a:r>
              <a:rPr u="none">
                <a:latin typeface="Poppins Bold"/>
                <a:ea typeface="Poppins Bold"/>
                <a:cs typeface="Poppins Bold"/>
                <a:sym typeface="Poppins Bold"/>
              </a:rPr>
              <a:t>Talks</a:t>
            </a:r>
            <a:r>
              <a:rPr u="none"/>
              <a:t>: </a:t>
            </a:r>
            <a:r>
              <a:rPr>
                <a:hlinkClick r:id="rId6" invalidUrl="" action="" tgtFrame="" tooltip="" history="1" highlightClick="0" endSnd="0"/>
              </a:rPr>
              <a:t>nilenso.com/talks</a:t>
            </a:r>
            <a:endParaRPr u="none"/>
          </a:p>
          <a:p>
            <a:pPr algn="ctr" defTabSz="457200">
              <a:spcBef>
                <a:spcPts val="0"/>
              </a:spcBef>
              <a:defRPr sz="3200">
                <a:solidFill>
                  <a:srgbClr val="FFFFFF"/>
                </a:solidFill>
                <a:latin typeface="Poppins Regular"/>
                <a:ea typeface="Poppins Regular"/>
                <a:cs typeface="Poppins Regular"/>
                <a:sym typeface="Poppins Regular"/>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8_MinimalistLight">
  <a:themeElements>
    <a:clrScheme name="38_MinimalistLight">
      <a:dk1>
        <a:srgbClr val="53585F"/>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8_MinimalistLight">
      <a:majorFont>
        <a:latin typeface="Produkt Extralight"/>
        <a:ea typeface="Produkt Extralight"/>
        <a:cs typeface="Produkt Extralight"/>
      </a:majorFont>
      <a:minorFont>
        <a:latin typeface="Produkt Extralight"/>
        <a:ea typeface="Produkt Extralight"/>
        <a:cs typeface="Produkt Extralight"/>
      </a:minorFont>
    </a:fontScheme>
    <a:fmtScheme name="38_Minimalis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3175" cap="flat">
          <a:noFill/>
          <a:miter lim="400000"/>
        </a:ln>
        <a:effectLst/>
        <a:sp3d/>
      </a:spPr>
      <a:bodyPr rot="0" spcFirstLastPara="1" vertOverflow="overflow" horzOverflow="overflow" vert="horz" wrap="square" lIns="71437" tIns="71437" rIns="71437" bIns="71437" numCol="1" spcCol="38100" rtlCol="0" anchor="ctr" upright="0">
        <a:spAutoFit/>
      </a:bodyPr>
      <a:lstStyle>
        <a:defPPr marL="0" marR="0" indent="0" algn="ctr" defTabSz="1160859" rtl="0" fontAlgn="auto" latinLnBrk="0" hangingPunct="0">
          <a:lnSpc>
            <a:spcPct val="100000"/>
          </a:lnSpc>
          <a:spcBef>
            <a:spcPts val="0"/>
          </a:spcBef>
          <a:spcAft>
            <a:spcPts val="0"/>
          </a:spcAft>
          <a:buClrTx/>
          <a:buSzTx/>
          <a:buFontTx/>
          <a:buNone/>
          <a:tabLst/>
          <a:defRPr b="0" baseline="0" cap="none" i="0" spc="0" strike="noStrike" sz="44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3175" cap="flat">
          <a:noFill/>
          <a:miter lim="400000"/>
        </a:ln>
        <a:effectLst/>
        <a:sp3d/>
      </a:spPr>
      <a:bodyPr rot="0" spcFirstLastPara="1" vertOverflow="overflow" horzOverflow="overflow" vert="horz" wrap="square" lIns="71437" tIns="71437" rIns="71437" bIns="71437" numCol="1" spcCol="38100" rtlCol="0" anchor="ctr" upright="0">
        <a:spAutoFit/>
      </a:bodyPr>
      <a:lstStyle>
        <a:defPPr marL="0" marR="0" indent="0" algn="l" defTabSz="355600" rtl="0" fontAlgn="auto" latinLnBrk="0" hangingPunct="0">
          <a:lnSpc>
            <a:spcPct val="100000"/>
          </a:lnSpc>
          <a:spcBef>
            <a:spcPts val="4600"/>
          </a:spcBef>
          <a:spcAft>
            <a:spcPts val="0"/>
          </a:spcAft>
          <a:buClrTx/>
          <a:buSzTx/>
          <a:buFontTx/>
          <a:buNone/>
          <a:tabLst/>
          <a:defRPr b="0" baseline="0" cap="none" i="0" spc="0" strike="noStrike" sz="38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8_MinimalistLight">
  <a:themeElements>
    <a:clrScheme name="38_MinimalistLight">
      <a:dk1>
        <a:srgbClr val="000000"/>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8_MinimalistLight">
      <a:majorFont>
        <a:latin typeface="Produkt Extralight"/>
        <a:ea typeface="Produkt Extralight"/>
        <a:cs typeface="Produkt Extralight"/>
      </a:majorFont>
      <a:minorFont>
        <a:latin typeface="Produkt Extralight"/>
        <a:ea typeface="Produkt Extralight"/>
        <a:cs typeface="Produkt Extralight"/>
      </a:minorFont>
    </a:fontScheme>
    <a:fmtScheme name="38_Minimalis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3175" cap="flat">
          <a:noFill/>
          <a:miter lim="400000"/>
        </a:ln>
        <a:effectLst/>
        <a:sp3d/>
      </a:spPr>
      <a:bodyPr rot="0" spcFirstLastPara="1" vertOverflow="overflow" horzOverflow="overflow" vert="horz" wrap="square" lIns="71437" tIns="71437" rIns="71437" bIns="71437" numCol="1" spcCol="38100" rtlCol="0" anchor="ctr" upright="0">
        <a:spAutoFit/>
      </a:bodyPr>
      <a:lstStyle>
        <a:defPPr marL="0" marR="0" indent="0" algn="ctr" defTabSz="1160859" rtl="0" fontAlgn="auto" latinLnBrk="0" hangingPunct="0">
          <a:lnSpc>
            <a:spcPct val="100000"/>
          </a:lnSpc>
          <a:spcBef>
            <a:spcPts val="0"/>
          </a:spcBef>
          <a:spcAft>
            <a:spcPts val="0"/>
          </a:spcAft>
          <a:buClrTx/>
          <a:buSzTx/>
          <a:buFontTx/>
          <a:buNone/>
          <a:tabLst/>
          <a:defRPr b="0" baseline="0" cap="none" i="0" spc="0" strike="noStrike" sz="44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3175" cap="flat">
          <a:noFill/>
          <a:miter lim="400000"/>
        </a:ln>
        <a:effectLst/>
        <a:sp3d/>
      </a:spPr>
      <a:bodyPr rot="0" spcFirstLastPara="1" vertOverflow="overflow" horzOverflow="overflow" vert="horz" wrap="square" lIns="71437" tIns="71437" rIns="71437" bIns="71437" numCol="1" spcCol="38100" rtlCol="0" anchor="ctr" upright="0">
        <a:spAutoFit/>
      </a:bodyPr>
      <a:lstStyle>
        <a:defPPr marL="0" marR="0" indent="0" algn="l" defTabSz="355600" rtl="0" fontAlgn="auto" latinLnBrk="0" hangingPunct="0">
          <a:lnSpc>
            <a:spcPct val="100000"/>
          </a:lnSpc>
          <a:spcBef>
            <a:spcPts val="4600"/>
          </a:spcBef>
          <a:spcAft>
            <a:spcPts val="0"/>
          </a:spcAft>
          <a:buClrTx/>
          <a:buSzTx/>
          <a:buFontTx/>
          <a:buNone/>
          <a:tabLst/>
          <a:defRPr b="0" baseline="0" cap="none" i="0" spc="0" strike="noStrike" sz="38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